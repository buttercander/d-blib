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Nanum Gothic" charset="1" panose="020D0604000000000000"/>
      <p:regular r:id="rId25"/>
    </p:embeddedFont>
    <p:embeddedFont>
      <p:font typeface="Nanum Gothic Bold" charset="1" panose="020D0804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15.xml" Type="http://schemas.openxmlformats.org/officeDocument/2006/relationships/slide"/><Relationship Id="rId11" Target="slide6.xml" Type="http://schemas.openxmlformats.org/officeDocument/2006/relationships/slide"/><Relationship Id="rId12" Target="slide10.xml" Type="http://schemas.openxmlformats.org/officeDocument/2006/relationships/slide"/><Relationship Id="rId13" Target="slide16.xml" Type="http://schemas.openxmlformats.org/officeDocument/2006/relationships/slide"/><Relationship Id="rId2" Target="slide12.xml" Type="http://schemas.openxmlformats.org/officeDocument/2006/relationships/slide"/><Relationship Id="rId3" Target="slide3.xml" Type="http://schemas.openxmlformats.org/officeDocument/2006/relationships/slide"/><Relationship Id="rId4" Target="slide7.xml" Type="http://schemas.openxmlformats.org/officeDocument/2006/relationships/slide"/><Relationship Id="rId5" Target="slide4.xml" Type="http://schemas.openxmlformats.org/officeDocument/2006/relationships/slide"/><Relationship Id="rId6" Target="slide8.xml" Type="http://schemas.openxmlformats.org/officeDocument/2006/relationships/slide"/><Relationship Id="rId7" Target="slide13.xml" Type="http://schemas.openxmlformats.org/officeDocument/2006/relationships/slide"/><Relationship Id="rId8" Target="slide5.xml" Type="http://schemas.openxmlformats.org/officeDocument/2006/relationships/slide"/><Relationship Id="rId9" Target="slide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slide2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1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1.jpeg" Type="http://schemas.openxmlformats.org/officeDocument/2006/relationships/image"/><Relationship Id="rId5" Target="../media/image14.jpeg" Type="http://schemas.openxmlformats.org/officeDocument/2006/relationships/image"/><Relationship Id="rId6" Target="slide2.xml" Type="http://schemas.openxmlformats.org/officeDocument/2006/relationships/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5.png" Type="http://schemas.openxmlformats.org/officeDocument/2006/relationships/image"/><Relationship Id="rId20" Target="../media/image31.png" Type="http://schemas.openxmlformats.org/officeDocument/2006/relationships/image"/><Relationship Id="rId21" Target="../media/image32.svg" Type="http://schemas.openxmlformats.org/officeDocument/2006/relationships/image"/><Relationship Id="rId22" Target="../media/image33.png" Type="http://schemas.openxmlformats.org/officeDocument/2006/relationships/image"/><Relationship Id="rId23" Target="../media/image34.svg" Type="http://schemas.openxmlformats.org/officeDocument/2006/relationships/image"/><Relationship Id="rId24" Target="../media/image35.png" Type="http://schemas.openxmlformats.org/officeDocument/2006/relationships/image"/><Relationship Id="rId25" Target="../media/image36.svg" Type="http://schemas.openxmlformats.org/officeDocument/2006/relationships/image"/><Relationship Id="rId26" Target="../media/image37.png" Type="http://schemas.openxmlformats.org/officeDocument/2006/relationships/image"/><Relationship Id="rId27" Target="../media/image38.svg" Type="http://schemas.openxmlformats.org/officeDocument/2006/relationships/image"/><Relationship Id="rId28" Target="../media/image9.png" Type="http://schemas.openxmlformats.org/officeDocument/2006/relationships/image"/><Relationship Id="rId29" Target="../media/image10.svg" Type="http://schemas.openxmlformats.org/officeDocument/2006/relationships/image"/><Relationship Id="rId3" Target="../media/image16.svg" Type="http://schemas.openxmlformats.org/officeDocument/2006/relationships/image"/><Relationship Id="rId30" Target="../media/image39.png" Type="http://schemas.openxmlformats.org/officeDocument/2006/relationships/image"/><Relationship Id="rId31" Target="../media/image40.svg" Type="http://schemas.openxmlformats.org/officeDocument/2006/relationships/image"/><Relationship Id="rId32" Target="../media/image41.png" Type="http://schemas.openxmlformats.org/officeDocument/2006/relationships/image"/><Relationship Id="rId33" Target="../media/image42.svg" Type="http://schemas.openxmlformats.org/officeDocument/2006/relationships/image"/><Relationship Id="rId34" Target="../media/image43.png" Type="http://schemas.openxmlformats.org/officeDocument/2006/relationships/image"/><Relationship Id="rId35" Target="../media/image44.svg" Type="http://schemas.openxmlformats.org/officeDocument/2006/relationships/image"/><Relationship Id="rId36" Target="../media/image7.png" Type="http://schemas.openxmlformats.org/officeDocument/2006/relationships/image"/><Relationship Id="rId37" Target="../media/image8.svg" Type="http://schemas.openxmlformats.org/officeDocument/2006/relationships/image"/><Relationship Id="rId38" Target="../media/image45.png" Type="http://schemas.openxmlformats.org/officeDocument/2006/relationships/image"/><Relationship Id="rId39" Target="../media/image46.svg" Type="http://schemas.openxmlformats.org/officeDocument/2006/relationships/image"/><Relationship Id="rId4" Target="../media/image17.png" Type="http://schemas.openxmlformats.org/officeDocument/2006/relationships/image"/><Relationship Id="rId40" Target="../media/image47.png" Type="http://schemas.openxmlformats.org/officeDocument/2006/relationships/image"/><Relationship Id="rId41" Target="../media/image48.svg" Type="http://schemas.openxmlformats.org/officeDocument/2006/relationships/image"/><Relationship Id="rId42" Target="../media/image49.png" Type="http://schemas.openxmlformats.org/officeDocument/2006/relationships/image"/><Relationship Id="rId43" Target="../media/image50.svg" Type="http://schemas.openxmlformats.org/officeDocument/2006/relationships/image"/><Relationship Id="rId44" Target="../media/image51.png" Type="http://schemas.openxmlformats.org/officeDocument/2006/relationships/image"/><Relationship Id="rId45" Target="../media/image52.svg" Type="http://schemas.openxmlformats.org/officeDocument/2006/relationships/image"/><Relationship Id="rId46" Target="../media/image53.png" Type="http://schemas.openxmlformats.org/officeDocument/2006/relationships/image"/><Relationship Id="rId47" Target="../media/image54.svg" Type="http://schemas.openxmlformats.org/officeDocument/2006/relationships/image"/><Relationship Id="rId48" Target="../media/image55.png" Type="http://schemas.openxmlformats.org/officeDocument/2006/relationships/image"/><Relationship Id="rId49" Target="../media/image56.svg" Type="http://schemas.openxmlformats.org/officeDocument/2006/relationships/image"/><Relationship Id="rId5" Target="../media/image18.svg" Type="http://schemas.openxmlformats.org/officeDocument/2006/relationships/image"/><Relationship Id="rId50" Target="../media/image57.png" Type="http://schemas.openxmlformats.org/officeDocument/2006/relationships/image"/><Relationship Id="rId51" Target="../media/image5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6243439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2089143" y="2653258"/>
            <a:ext cx="4376118" cy="771670"/>
            <a:chOff x="0" y="0"/>
            <a:chExt cx="5834825" cy="102889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834825" cy="1028893"/>
              <a:chOff x="0" y="0"/>
              <a:chExt cx="5359237" cy="9450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360507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360507">
                    <a:moveTo>
                      <a:pt x="4806787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806787" y="0"/>
                    </a:lnTo>
                    <a:cubicBezTo>
                      <a:pt x="5112857" y="0"/>
                      <a:pt x="5360507" y="211567"/>
                      <a:pt x="5360507" y="473042"/>
                    </a:cubicBezTo>
                    <a:cubicBezTo>
                      <a:pt x="5359237" y="733433"/>
                      <a:pt x="5111587" y="945029"/>
                      <a:pt x="4806787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536214" y="254776"/>
              <a:ext cx="4762396" cy="471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연구 제목을 추가하세요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66090" y="7628372"/>
            <a:ext cx="6199171" cy="756169"/>
            <a:chOff x="0" y="0"/>
            <a:chExt cx="8265562" cy="100822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07515"/>
              <a:ext cx="8265562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 u="non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컨퍼런스 이름을 입력하세요</a:t>
              </a:r>
            </a:p>
          </p:txBody>
        </p:sp>
        <p:sp>
          <p:nvSpPr>
            <p:cNvPr name="AutoShape 9" id="9"/>
            <p:cNvSpPr/>
            <p:nvPr/>
          </p:nvSpPr>
          <p:spPr>
            <a:xfrm rot="0">
              <a:off x="0" y="0"/>
              <a:ext cx="826556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822739" y="1754559"/>
            <a:ext cx="9139911" cy="342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99"/>
              </a:lnSpc>
            </a:pPr>
            <a:r>
              <a:rPr lang="en-US" sz="9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연구</a:t>
            </a:r>
          </a:p>
          <a:p>
            <a:pPr algn="l">
              <a:lnSpc>
                <a:spcPts val="13699"/>
              </a:lnSpc>
            </a:pPr>
            <a:r>
              <a:rPr lang="en-US" sz="9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컨퍼런스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22739" y="1253401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22739" y="7628372"/>
            <a:ext cx="6199171" cy="1238084"/>
            <a:chOff x="0" y="0"/>
            <a:chExt cx="8265562" cy="165077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66485"/>
              <a:ext cx="826556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u="none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직함을 입력하세요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07515"/>
              <a:ext cx="8265562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이름을 입력하세요</a:t>
              </a:r>
            </a:p>
          </p:txBody>
        </p:sp>
        <p:sp>
          <p:nvSpPr>
            <p:cNvPr name="AutoShape 15" id="15"/>
            <p:cNvSpPr/>
            <p:nvPr/>
          </p:nvSpPr>
          <p:spPr>
            <a:xfrm rot="0">
              <a:off x="0" y="0"/>
              <a:ext cx="826556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4382286"/>
            <a:ext cx="16230600" cy="4876014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374874" y="1611579"/>
            <a:ext cx="7450635" cy="1943100"/>
            <a:chOff x="0" y="0"/>
            <a:chExt cx="5620866" cy="14659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20866" cy="1465903"/>
            </a:xfrm>
            <a:custGeom>
              <a:avLst/>
              <a:gdLst/>
              <a:ahLst/>
              <a:cxnLst/>
              <a:rect r="r" b="b" t="t" l="l"/>
              <a:pathLst>
                <a:path h="1465903" w="5620866">
                  <a:moveTo>
                    <a:pt x="31173" y="0"/>
                  </a:moveTo>
                  <a:lnTo>
                    <a:pt x="5589693" y="0"/>
                  </a:lnTo>
                  <a:cubicBezTo>
                    <a:pt x="5606909" y="0"/>
                    <a:pt x="5620866" y="13957"/>
                    <a:pt x="5620866" y="31173"/>
                  </a:cubicBezTo>
                  <a:lnTo>
                    <a:pt x="5620866" y="1434730"/>
                  </a:lnTo>
                  <a:cubicBezTo>
                    <a:pt x="5620866" y="1451946"/>
                    <a:pt x="5606909" y="1465903"/>
                    <a:pt x="5589693" y="1465903"/>
                  </a:cubicBezTo>
                  <a:lnTo>
                    <a:pt x="31173" y="1465903"/>
                  </a:lnTo>
                  <a:cubicBezTo>
                    <a:pt x="13957" y="1465903"/>
                    <a:pt x="0" y="1451946"/>
                    <a:pt x="0" y="1434730"/>
                  </a:cubicBezTo>
                  <a:lnTo>
                    <a:pt x="0" y="31173"/>
                  </a:lnTo>
                  <a:cubicBezTo>
                    <a:pt x="0" y="13957"/>
                    <a:pt x="13957" y="0"/>
                    <a:pt x="31173" y="0"/>
                  </a:cubicBezTo>
                  <a:close/>
                </a:path>
              </a:pathLst>
            </a:custGeom>
            <a:solidFill>
              <a:srgbClr val="FA643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620866" cy="151352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팁: </a:t>
              </a: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프레젠테이션 내의 다른 페이지로 이동하기 위해 링크를 사용하세요.</a:t>
              </a:r>
            </a:p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방법: </a:t>
              </a: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텍스트를 드래그하여 작업 도구 표시줄의 링크 아이콘을 클릭하고</a:t>
              </a:r>
            </a:p>
            <a:p>
              <a:pPr algn="l">
                <a:lnSpc>
                  <a:spcPts val="2380"/>
                </a:lnSpc>
              </a:pPr>
              <a:r>
                <a:rPr lang="en-US" sz="1700" b="true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연결하고자 하는 프레젠테이션 내의 페이지를 선택하세요.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25051" y="2231701"/>
            <a:ext cx="619666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안건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051" y="1553432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19513" y="5301575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2" action="ppaction://hlinksldjump"/>
              </a:rPr>
              <a:t>분석 및 결론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9331" y="5301575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3" action="ppaction://hlinksldjump"/>
              </a:rPr>
              <a:t>서론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84422" y="5301575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4" action="ppaction://hlinksldjump"/>
              </a:rPr>
              <a:t>가설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9331" y="6181762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5" action="ppaction://hlinksldjump"/>
              </a:rPr>
              <a:t>문제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4422" y="6181762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6" action="ppaction://hlinksldjump"/>
              </a:rPr>
              <a:t>방법론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9513" y="6181762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7" action="ppaction://hlinksldjump"/>
              </a:rPr>
              <a:t>추천 사항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9331" y="7061949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8" action="ppaction://hlinksldjump"/>
              </a:rPr>
              <a:t>문학적 검토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4422" y="7061949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9" action="ppaction://hlinksldjump"/>
              </a:rPr>
              <a:t>실행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19513" y="7061949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0" action="ppaction://hlinksldjump"/>
              </a:rPr>
              <a:t>화이트보드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9331" y="7942136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1" action="ppaction://hlinksldjump"/>
              </a:rPr>
              <a:t>프레임워크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84422" y="7942136"/>
            <a:ext cx="3017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2" action="ppaction://hlinksldjump"/>
              </a:rPr>
              <a:t>결과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19513" y="7942136"/>
            <a:ext cx="43191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  <a:hlinkClick r:id="rId13" action="ppaction://hlinksldjump"/>
              </a:rPr>
              <a:t>브레인스토밍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1300" y="8602373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772900" y="1028700"/>
            <a:ext cx="5486400" cy="8229600"/>
            <a:chOff x="0" y="0"/>
            <a:chExt cx="63500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11300" y="1861227"/>
            <a:ext cx="56736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03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11300" y="2558546"/>
            <a:ext cx="7906642" cy="3166871"/>
            <a:chOff x="0" y="0"/>
            <a:chExt cx="10542190" cy="422249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054219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서론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809750"/>
              <a:ext cx="10542190" cy="2364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연구 배경의 필수 요점을 적으세요.</a:t>
              </a:r>
            </a:p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연구의 중요성을 언급하세요.</a:t>
              </a:r>
            </a:p>
            <a:p>
              <a:pPr algn="l" marL="582932" indent="-291466" lvl="1">
                <a:lnSpc>
                  <a:spcPts val="4914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또한 연구의 목표를 논의할 수도 있습니다.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22839" y="0"/>
            <a:ext cx="6765161" cy="102870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28700" y="8602373"/>
            <a:ext cx="3575146" cy="655927"/>
            <a:chOff x="0" y="0"/>
            <a:chExt cx="4766862" cy="87456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751206"/>
            <a:ext cx="8592052" cy="3821388"/>
            <a:chOff x="0" y="0"/>
            <a:chExt cx="11456070" cy="509518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6085"/>
              <a:ext cx="11456070" cy="422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 문제를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적으세요.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75648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60145" y="4479709"/>
            <a:ext cx="3309548" cy="1327582"/>
            <a:chOff x="0" y="0"/>
            <a:chExt cx="4412731" cy="177010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34399"/>
              <a:ext cx="4412731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이를 뒷받침하도록</a:t>
              </a:r>
            </a:p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간략하게 설명하세요.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rot="0">
              <a:off x="0" y="0"/>
              <a:ext cx="4412731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602373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55028" y="2022183"/>
            <a:ext cx="5848007" cy="2293436"/>
            <a:chOff x="0" y="0"/>
            <a:chExt cx="7797342" cy="305791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052921"/>
              <a:ext cx="7797342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여러분이 발견한 것에 대해 간략하게 설명하세요.</a:t>
              </a: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출처를 정확하게 인용하세요.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기존 문헌에서 발견한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점을 여기에 적으세요.</a:t>
              </a:r>
            </a:p>
          </p:txBody>
        </p:sp>
        <p:sp>
          <p:nvSpPr>
            <p:cNvPr name="AutoShape 9" id="9"/>
            <p:cNvSpPr/>
            <p:nvPr/>
          </p:nvSpPr>
          <p:spPr>
            <a:xfrm rot="0">
              <a:off x="0" y="16220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55028" y="5965281"/>
            <a:ext cx="5848007" cy="2293436"/>
            <a:chOff x="0" y="0"/>
            <a:chExt cx="7797342" cy="30579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052921"/>
              <a:ext cx="7797342" cy="1004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여러분이 발견한 것에 대해 간략하게 설명하세요.</a:t>
              </a:r>
            </a:p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출처를 정확하게 인용하세요.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기존 문헌에서 발견한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점을 여기에 적으세요.</a:t>
              </a:r>
            </a:p>
          </p:txBody>
        </p:sp>
        <p:sp>
          <p:nvSpPr>
            <p:cNvPr name="AutoShape 13" id="13"/>
            <p:cNvSpPr/>
            <p:nvPr/>
          </p:nvSpPr>
          <p:spPr>
            <a:xfrm rot="0">
              <a:off x="0" y="16220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937172" y="1707547"/>
            <a:ext cx="2922720" cy="2922708"/>
            <a:chOff x="0" y="0"/>
            <a:chExt cx="6350000" cy="634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117639" t="0" r="-1559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1707547"/>
            <a:ext cx="4213617" cy="2821394"/>
            <a:chOff x="0" y="0"/>
            <a:chExt cx="5618156" cy="37618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42459"/>
              <a:ext cx="5618156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문학적 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검토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525"/>
              <a:ext cx="75648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05</a:t>
              </a: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937172" y="5650645"/>
            <a:ext cx="2922720" cy="2922708"/>
            <a:chOff x="0" y="0"/>
            <a:chExt cx="6350000" cy="63499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4999" t="0" r="-24999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3847256"/>
          </a:xfrm>
          <a:prstGeom prst="rect">
            <a:avLst/>
          </a:prstGeom>
          <a:solidFill>
            <a:srgbClr val="F1F1F1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17597" y="4939827"/>
          <a:ext cx="15633756" cy="4318473"/>
        </p:xfrm>
        <a:graphic>
          <a:graphicData uri="http://schemas.openxmlformats.org/drawingml/2006/table">
            <a:tbl>
              <a:tblPr/>
              <a:tblGrid>
                <a:gridCol w="7816878"/>
                <a:gridCol w="7816878"/>
              </a:tblGrid>
              <a:tr h="1103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개요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지지자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</a:tr>
              <a:tr h="3215007"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연구를 인도해준 이론과 개념을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해당하는 경우 제안자 또는 사용된 이론 및 개념 배후의 인물을 언급하세요.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7597" y="1041568"/>
            <a:ext cx="6197936" cy="1764119"/>
            <a:chOff x="0" y="0"/>
            <a:chExt cx="8263915" cy="2352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42459"/>
              <a:ext cx="8263915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프레임워크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84071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9258300"/>
            <a:ext cx="18288000" cy="10287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7356427" y="8930337"/>
            <a:ext cx="3575146" cy="655927"/>
            <a:chOff x="0" y="0"/>
            <a:chExt cx="4766862" cy="87456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06841" y="2176321"/>
            <a:ext cx="12474317" cy="5034894"/>
            <a:chOff x="0" y="0"/>
            <a:chExt cx="16632423" cy="671319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0" y="1138616"/>
              <a:ext cx="16632404" cy="3676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</a:t>
              </a:r>
            </a:p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 가설을 적으세요.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767066" y="9525"/>
              <a:ext cx="109829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b="true" sz="2499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07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" y="6112482"/>
              <a:ext cx="16632413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이를 뒷받침하도록 간략하게 설명하세요.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rot="2624">
              <a:off x="7" y="5479749"/>
              <a:ext cx="16632408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8197543" cy="10287000"/>
          </a:xfrm>
          <a:prstGeom prst="rect">
            <a:avLst/>
          </a:prstGeom>
          <a:solidFill>
            <a:srgbClr val="F1F1F1"/>
          </a:solid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317503" y="1041568"/>
          <a:ext cx="7922747" cy="8204032"/>
        </p:xfrm>
        <a:graphic>
          <a:graphicData uri="http://schemas.openxmlformats.org/drawingml/2006/table">
            <a:tbl>
              <a:tblPr/>
              <a:tblGrid>
                <a:gridCol w="3961373"/>
                <a:gridCol w="3961373"/>
              </a:tblGrid>
              <a:tr h="13412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정성적 방법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Nanum Gothic Bold"/>
                          <a:ea typeface="Nanum Gothic Bold"/>
                          <a:cs typeface="Nanum Gothic Bold"/>
                          <a:sym typeface="Nanum Gothic Bold"/>
                        </a:rPr>
                        <a:t>정량적 방법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43F"/>
                    </a:solidFill>
                  </a:tcPr>
                </a:tc>
              </a:tr>
              <a:tr h="6862825"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사용된 모든 연구 방법을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96571" indent="-248285" lvl="1">
                        <a:lnSpc>
                          <a:spcPts val="32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사용된 모든 연구 방법을 나열하세요.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028700" y="85896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335" y="1310106"/>
            <a:ext cx="6465203" cy="1764119"/>
            <a:chOff x="0" y="0"/>
            <a:chExt cx="8620271" cy="2352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42459"/>
              <a:ext cx="8620271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방법론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876965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597" y="5478500"/>
            <a:ext cx="4523384" cy="3765513"/>
            <a:chOff x="0" y="0"/>
            <a:chExt cx="700791" cy="583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0791" cy="583376"/>
            </a:xfrm>
            <a:custGeom>
              <a:avLst/>
              <a:gdLst/>
              <a:ahLst/>
              <a:cxnLst/>
              <a:rect r="r" b="b" t="t" l="l"/>
              <a:pathLst>
                <a:path h="583376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583376"/>
                  </a:lnTo>
                  <a:lnTo>
                    <a:pt x="0" y="583376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00791" cy="640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1단계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82308" y="4644112"/>
            <a:ext cx="4523384" cy="4599901"/>
            <a:chOff x="0" y="0"/>
            <a:chExt cx="700791" cy="7126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0791" cy="712645"/>
            </a:xfrm>
            <a:custGeom>
              <a:avLst/>
              <a:gdLst/>
              <a:ahLst/>
              <a:cxnLst/>
              <a:rect r="r" b="b" t="t" l="l"/>
              <a:pathLst>
                <a:path h="712645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712645"/>
                  </a:lnTo>
                  <a:lnTo>
                    <a:pt x="0" y="71264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00791" cy="7697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2단계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47019" y="3900469"/>
            <a:ext cx="4523384" cy="5343544"/>
            <a:chOff x="0" y="0"/>
            <a:chExt cx="700791" cy="8278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791" cy="827855"/>
            </a:xfrm>
            <a:custGeom>
              <a:avLst/>
              <a:gdLst/>
              <a:ahLst/>
              <a:cxnLst/>
              <a:rect r="r" b="b" t="t" l="l"/>
              <a:pathLst>
                <a:path h="827855" w="700791">
                  <a:moveTo>
                    <a:pt x="0" y="0"/>
                  </a:moveTo>
                  <a:lnTo>
                    <a:pt x="700791" y="0"/>
                  </a:lnTo>
                  <a:lnTo>
                    <a:pt x="700791" y="827855"/>
                  </a:lnTo>
                  <a:lnTo>
                    <a:pt x="0" y="82785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00791" cy="88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3단계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연구의 이 단계에서 성취한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 항목을 논의하세요.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7597" y="1041568"/>
            <a:ext cx="8095492" cy="1764119"/>
            <a:chOff x="0" y="0"/>
            <a:chExt cx="10793989" cy="235215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42459"/>
              <a:ext cx="1079398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실행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1061604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09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2091">
            <a:off x="1317590" y="9234488"/>
            <a:ext cx="15652809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5260" y="3792992"/>
            <a:ext cx="5773026" cy="1661207"/>
            <a:chOff x="0" y="0"/>
            <a:chExt cx="894393" cy="257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4393" cy="257364"/>
            </a:xfrm>
            <a:custGeom>
              <a:avLst/>
              <a:gdLst/>
              <a:ahLst/>
              <a:cxnLst/>
              <a:rect r="r" b="b" t="t" l="l"/>
              <a:pathLst>
                <a:path h="257364" w="894393">
                  <a:moveTo>
                    <a:pt x="0" y="0"/>
                  </a:moveTo>
                  <a:lnTo>
                    <a:pt x="894393" y="0"/>
                  </a:lnTo>
                  <a:lnTo>
                    <a:pt x="894393" y="257364"/>
                  </a:lnTo>
                  <a:lnTo>
                    <a:pt x="0" y="25736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894393" cy="37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5 중 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05260" y="5925368"/>
            <a:ext cx="5773026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중요한 통계 결과를 설명하세요.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가설과의 관련성을 설명하세요.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9715" y="5925368"/>
            <a:ext cx="5773026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중요한 통계 결과를 설명하세요.</a:t>
            </a:r>
          </a:p>
          <a:p>
            <a:pPr algn="l" marL="539749" indent="-269875" lvl="1">
              <a:lnSpc>
                <a:spcPts val="474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가설과의 관련성을 설명하세요.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9715" y="3792992"/>
            <a:ext cx="5773026" cy="1661207"/>
            <a:chOff x="0" y="0"/>
            <a:chExt cx="894393" cy="257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4393" cy="257364"/>
            </a:xfrm>
            <a:custGeom>
              <a:avLst/>
              <a:gdLst/>
              <a:ahLst/>
              <a:cxnLst/>
              <a:rect r="r" b="b" t="t" l="l"/>
              <a:pathLst>
                <a:path h="257364" w="894393">
                  <a:moveTo>
                    <a:pt x="0" y="0"/>
                  </a:moveTo>
                  <a:lnTo>
                    <a:pt x="894393" y="0"/>
                  </a:lnTo>
                  <a:lnTo>
                    <a:pt x="894393" y="257364"/>
                  </a:lnTo>
                  <a:lnTo>
                    <a:pt x="0" y="257364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894393" cy="37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</a:pPr>
              <a:r>
                <a:rPr lang="en-US" b="true" sz="5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99.99%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7597" y="1041568"/>
            <a:ext cx="7826403" cy="1764119"/>
            <a:chOff x="0" y="0"/>
            <a:chExt cx="10435204" cy="235215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42459"/>
              <a:ext cx="10435204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1061604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10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0">
            <a:off x="1317597" y="9229725"/>
            <a:ext cx="15652806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6955720" cy="8229600"/>
          </a:xfrm>
          <a:prstGeom prst="rect">
            <a:avLst/>
          </a:prstGeom>
          <a:solidFill>
            <a:srgbClr val="F1F1F1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103" y="928282"/>
            <a:ext cx="6594089" cy="843043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3684154" y="8602373"/>
            <a:ext cx="3575146" cy="655927"/>
            <a:chOff x="0" y="0"/>
            <a:chExt cx="4766862" cy="87456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3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4674235"/>
            <a:ext cx="6189222" cy="2420436"/>
            <a:chOff x="0" y="0"/>
            <a:chExt cx="8252296" cy="32272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948146"/>
              <a:ext cx="8252296" cy="1279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차트를 통해 결과를 도식화하세요.</a:t>
              </a:r>
            </a:p>
            <a:p>
              <a:pPr algn="l" marL="474979" indent="-237490" lvl="1">
                <a:lnSpc>
                  <a:spcPts val="41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결과에서 발견한 내용을 간략하게 설명하세요.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7797342" cy="123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여기에 결과에 대한</a:t>
              </a:r>
            </a:p>
            <a:p>
              <a:pPr algn="l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중요한 관찰을 적으세요.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1634790"/>
              <a:ext cx="7797342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1665939"/>
            <a:ext cx="6327727" cy="1764119"/>
            <a:chOff x="0" y="0"/>
            <a:chExt cx="8436969" cy="235215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42459"/>
              <a:ext cx="843696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결과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858318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602373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50166" y="1850753"/>
            <a:ext cx="1546686" cy="1546686"/>
            <a:chOff x="0" y="0"/>
            <a:chExt cx="2062248" cy="20622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502450" y="367264"/>
              <a:ext cx="1057348" cy="1327720"/>
            </a:xfrm>
            <a:custGeom>
              <a:avLst/>
              <a:gdLst/>
              <a:ahLst/>
              <a:cxnLst/>
              <a:rect r="r" b="b" t="t" l="l"/>
              <a:pathLst>
                <a:path h="1327720" w="1057348">
                  <a:moveTo>
                    <a:pt x="0" y="0"/>
                  </a:moveTo>
                  <a:lnTo>
                    <a:pt x="1057348" y="0"/>
                  </a:lnTo>
                  <a:lnTo>
                    <a:pt x="1057348" y="1327720"/>
                  </a:lnTo>
                  <a:lnTo>
                    <a:pt x="0" y="1327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0166" y="6889561"/>
            <a:ext cx="1546686" cy="1546686"/>
            <a:chOff x="0" y="0"/>
            <a:chExt cx="2062248" cy="20622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349711" y="526878"/>
              <a:ext cx="1362827" cy="1008492"/>
            </a:xfrm>
            <a:custGeom>
              <a:avLst/>
              <a:gdLst/>
              <a:ahLst/>
              <a:cxnLst/>
              <a:rect r="r" b="b" t="t" l="l"/>
              <a:pathLst>
                <a:path h="1008492" w="1362827">
                  <a:moveTo>
                    <a:pt x="0" y="0"/>
                  </a:moveTo>
                  <a:lnTo>
                    <a:pt x="1362826" y="0"/>
                  </a:lnTo>
                  <a:lnTo>
                    <a:pt x="1362826" y="1008492"/>
                  </a:lnTo>
                  <a:lnTo>
                    <a:pt x="0" y="1008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21393" y="1650215"/>
            <a:ext cx="6380431" cy="2821394"/>
            <a:chOff x="0" y="0"/>
            <a:chExt cx="8507241" cy="376185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42459"/>
              <a:ext cx="8507241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분석 및</a:t>
              </a:r>
            </a:p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결론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865467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50166" y="4370157"/>
            <a:ext cx="1546686" cy="1546686"/>
            <a:chOff x="0" y="0"/>
            <a:chExt cx="2062248" cy="20622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62248" cy="2062248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437523" y="439682"/>
              <a:ext cx="1187201" cy="1182884"/>
            </a:xfrm>
            <a:custGeom>
              <a:avLst/>
              <a:gdLst/>
              <a:ahLst/>
              <a:cxnLst/>
              <a:rect r="r" b="b" t="t" l="l"/>
              <a:pathLst>
                <a:path h="1182884" w="1187201">
                  <a:moveTo>
                    <a:pt x="0" y="0"/>
                  </a:moveTo>
                  <a:lnTo>
                    <a:pt x="1187201" y="0"/>
                  </a:lnTo>
                  <a:lnTo>
                    <a:pt x="1187201" y="1182884"/>
                  </a:lnTo>
                  <a:lnTo>
                    <a:pt x="0" y="1182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91294" y="2223411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1294" y="4742815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1294" y="7262219"/>
            <a:ext cx="398639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여기에 중요한</a:t>
            </a:r>
          </a:p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 u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연구 분석을 적으세요.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1060" y="7923084"/>
            <a:ext cx="3575146" cy="655927"/>
            <a:chOff x="0" y="0"/>
            <a:chExt cx="4766862" cy="8745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01060" y="1707989"/>
            <a:ext cx="9186651" cy="3338922"/>
            <a:chOff x="0" y="0"/>
            <a:chExt cx="12248868" cy="445189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854236"/>
              <a:ext cx="12248868" cy="1597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513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미래 연구자들을 위한 권고 사항을 적으세요.</a:t>
              </a:r>
            </a:p>
            <a:p>
              <a:pPr algn="l" marL="582930" indent="-291465" lvl="1">
                <a:lnSpc>
                  <a:spcPts val="513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미래 연구자들을 위한 권고 사항을 적으세요.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67284"/>
              <a:ext cx="12248868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추천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1094739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13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0" y="0"/>
            <a:ext cx="6827131" cy="102870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123225" y="1707989"/>
            <a:ext cx="4580681" cy="6871022"/>
            <a:chOff x="0" y="0"/>
            <a:chExt cx="6350000" cy="952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6230600" cy="82296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2906841" y="3311853"/>
            <a:ext cx="12474317" cy="3663294"/>
            <a:chOff x="0" y="0"/>
            <a:chExt cx="16632423" cy="488439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0" y="1138616"/>
              <a:ext cx="16632404" cy="184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800"/>
                </a:lnSpc>
                <a:spcBef>
                  <a:spcPct val="0"/>
                </a:spcBef>
              </a:pPr>
              <a:r>
                <a:rPr lang="en-US" b="true" sz="90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감사합니다!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7767066" y="9525"/>
              <a:ext cx="1098291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49"/>
                </a:lnSpc>
              </a:pPr>
              <a:r>
                <a:rPr lang="en-US" b="true" sz="2499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14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" y="4283682"/>
              <a:ext cx="16632413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질문이 있으신가요?</a:t>
              </a:r>
            </a:p>
          </p:txBody>
        </p:sp>
        <p:sp>
          <p:nvSpPr>
            <p:cNvPr name="AutoShape 7" id="7"/>
            <p:cNvSpPr/>
            <p:nvPr/>
          </p:nvSpPr>
          <p:spPr>
            <a:xfrm rot="2624">
              <a:off x="7" y="3650949"/>
              <a:ext cx="16632408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8288000" cy="3562569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7294246"/>
            <a:ext cx="1143361" cy="1143356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7210" t="0" r="-120225" b="-64958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413896" y="7294246"/>
            <a:ext cx="1143361" cy="1143356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5000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799093" y="7294246"/>
            <a:ext cx="1143361" cy="1143356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6579" t="-26105" r="-30523" b="-9454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652156" y="5231027"/>
            <a:ext cx="2489515" cy="1155544"/>
            <a:chOff x="0" y="0"/>
            <a:chExt cx="942047" cy="437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2048" cy="437265"/>
            </a:xfrm>
            <a:custGeom>
              <a:avLst/>
              <a:gdLst/>
              <a:ahLst/>
              <a:cxnLst/>
              <a:rect r="r" b="b" t="t" l="l"/>
              <a:pathLst>
                <a:path h="437265" w="942048">
                  <a:moveTo>
                    <a:pt x="0" y="0"/>
                  </a:moveTo>
                  <a:lnTo>
                    <a:pt x="942048" y="0"/>
                  </a:lnTo>
                  <a:lnTo>
                    <a:pt x="942048" y="437265"/>
                  </a:lnTo>
                  <a:lnTo>
                    <a:pt x="0" y="437265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42047" cy="475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메모를 입력하세요</a:t>
              </a: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820040" y="5728631"/>
            <a:ext cx="1143361" cy="1143356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500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16119" y="4910797"/>
            <a:ext cx="1796003" cy="179600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643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여기에 메모를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입력하세요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975999"/>
            <a:ext cx="1845496" cy="184549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BCA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메모를 복사하고</a:t>
              </a:r>
            </a:p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보드에 드래그하고</a:t>
              </a:r>
            </a:p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 적으세요.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96958" y="4975999"/>
            <a:ext cx="1845496" cy="184549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메모를 복사하고</a:t>
              </a:r>
            </a:p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보드에 드래그하고</a:t>
              </a:r>
            </a:p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 적으세요.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65360" y="8190230"/>
            <a:ext cx="5034940" cy="1362710"/>
            <a:chOff x="0" y="0"/>
            <a:chExt cx="3798431" cy="10280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98431" cy="1028048"/>
            </a:xfrm>
            <a:custGeom>
              <a:avLst/>
              <a:gdLst/>
              <a:ahLst/>
              <a:cxnLst/>
              <a:rect r="r" b="b" t="t" l="l"/>
              <a:pathLst>
                <a:path h="1028048" w="3798431">
                  <a:moveTo>
                    <a:pt x="46129" y="0"/>
                  </a:moveTo>
                  <a:lnTo>
                    <a:pt x="3752302" y="0"/>
                  </a:lnTo>
                  <a:cubicBezTo>
                    <a:pt x="3777779" y="0"/>
                    <a:pt x="3798431" y="20653"/>
                    <a:pt x="3798431" y="46129"/>
                  </a:cubicBezTo>
                  <a:lnTo>
                    <a:pt x="3798431" y="981919"/>
                  </a:lnTo>
                  <a:cubicBezTo>
                    <a:pt x="3798431" y="1007395"/>
                    <a:pt x="3777779" y="1028048"/>
                    <a:pt x="3752302" y="1028048"/>
                  </a:cubicBezTo>
                  <a:lnTo>
                    <a:pt x="46129" y="1028048"/>
                  </a:lnTo>
                  <a:cubicBezTo>
                    <a:pt x="20653" y="1028048"/>
                    <a:pt x="0" y="1007395"/>
                    <a:pt x="0" y="981919"/>
                  </a:cubicBezTo>
                  <a:lnTo>
                    <a:pt x="0" y="46129"/>
                  </a:lnTo>
                  <a:cubicBezTo>
                    <a:pt x="0" y="20653"/>
                    <a:pt x="20653" y="0"/>
                    <a:pt x="46129" y="0"/>
                  </a:cubicBezTo>
                  <a:close/>
                </a:path>
              </a:pathLst>
            </a:custGeom>
            <a:solidFill>
              <a:srgbClr val="FA643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798431" cy="106614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1960"/>
                </a:lnSpc>
              </a:pPr>
              <a:r>
                <a:rPr lang="en-US" b="true" sz="14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팁: </a:t>
              </a:r>
              <a:r>
                <a:rPr lang="en-US" b="true" sz="14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협업은 팀워크를 더욱 쉽게 만듭니다! '공유'를 클릭하고</a:t>
              </a:r>
            </a:p>
            <a:p>
              <a:pPr algn="l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팀원을 초대하여 완성해 보세요. 이 화이트보드 페이지를</a:t>
              </a:r>
            </a:p>
            <a:p>
              <a:pPr algn="l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게시판, 브레인스토밍 및 기타 재미있는 팀 아이디어를 위해</a:t>
              </a:r>
            </a:p>
            <a:p>
              <a:pPr algn="l">
                <a:lnSpc>
                  <a:spcPts val="1960"/>
                </a:lnSpc>
              </a:pPr>
              <a:r>
                <a:rPr lang="en-US" b="true" sz="14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사용해 보세요!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95257" y="1595665"/>
            <a:ext cx="3575146" cy="655927"/>
            <a:chOff x="0" y="0"/>
            <a:chExt cx="4766862" cy="87456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6" action="ppaction://hlinksldjump"/>
                </a:rPr>
                <a:t>안건 페이지로 돌아가기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1041568"/>
            <a:ext cx="8652673" cy="1764119"/>
            <a:chOff x="0" y="0"/>
            <a:chExt cx="11536897" cy="2352159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942459"/>
              <a:ext cx="11536897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화이트보드 페이지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9525"/>
              <a:ext cx="117368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499" b="true">
                  <a:solidFill>
                    <a:srgbClr val="FA643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99084" y="4381460"/>
            <a:ext cx="2268049" cy="1399953"/>
            <a:chOff x="0" y="0"/>
            <a:chExt cx="560744" cy="3461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0744" cy="346119"/>
            </a:xfrm>
            <a:custGeom>
              <a:avLst/>
              <a:gdLst/>
              <a:ahLst/>
              <a:cxnLst/>
              <a:rect r="r" b="b" t="t" l="l"/>
              <a:pathLst>
                <a:path h="346119" w="560744">
                  <a:moveTo>
                    <a:pt x="173060" y="0"/>
                  </a:moveTo>
                  <a:lnTo>
                    <a:pt x="387685" y="0"/>
                  </a:lnTo>
                  <a:cubicBezTo>
                    <a:pt x="483263" y="0"/>
                    <a:pt x="560744" y="77481"/>
                    <a:pt x="560744" y="173060"/>
                  </a:cubicBezTo>
                  <a:lnTo>
                    <a:pt x="560744" y="173060"/>
                  </a:lnTo>
                  <a:cubicBezTo>
                    <a:pt x="560744" y="268638"/>
                    <a:pt x="483263" y="346119"/>
                    <a:pt x="387685" y="346119"/>
                  </a:cubicBezTo>
                  <a:lnTo>
                    <a:pt x="173060" y="346119"/>
                  </a:lnTo>
                  <a:cubicBezTo>
                    <a:pt x="77481" y="346119"/>
                    <a:pt x="0" y="268638"/>
                    <a:pt x="0" y="173060"/>
                  </a:cubicBezTo>
                  <a:lnTo>
                    <a:pt x="0" y="173060"/>
                  </a:lnTo>
                  <a:cubicBezTo>
                    <a:pt x="0" y="77481"/>
                    <a:pt x="77481" y="0"/>
                    <a:pt x="173060" y="0"/>
                  </a:cubicBezTo>
                  <a:close/>
                </a:path>
              </a:pathLst>
            </a:custGeom>
            <a:solidFill>
              <a:srgbClr val="FA64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0744" cy="39374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주요 주제를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추가하세요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6442" y="4646011"/>
            <a:ext cx="1878723" cy="1017383"/>
            <a:chOff x="0" y="0"/>
            <a:chExt cx="983368" cy="5325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368" cy="532522"/>
            </a:xfrm>
            <a:custGeom>
              <a:avLst/>
              <a:gdLst/>
              <a:ahLst/>
              <a:cxnLst/>
              <a:rect r="r" b="b" t="t" l="l"/>
              <a:pathLst>
                <a:path h="532522" w="983368">
                  <a:moveTo>
                    <a:pt x="0" y="0"/>
                  </a:moveTo>
                  <a:lnTo>
                    <a:pt x="983368" y="0"/>
                  </a:lnTo>
                  <a:lnTo>
                    <a:pt x="983368" y="532522"/>
                  </a:lnTo>
                  <a:lnTo>
                    <a:pt x="0" y="5325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83368" cy="5801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관련 아이디어를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추가하세요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30199" y="2655959"/>
            <a:ext cx="1805818" cy="1017383"/>
            <a:chOff x="0" y="0"/>
            <a:chExt cx="945208" cy="5325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208" cy="532522"/>
            </a:xfrm>
            <a:custGeom>
              <a:avLst/>
              <a:gdLst/>
              <a:ahLst/>
              <a:cxnLst/>
              <a:rect r="r" b="b" t="t" l="l"/>
              <a:pathLst>
                <a:path h="532522" w="945208">
                  <a:moveTo>
                    <a:pt x="0" y="0"/>
                  </a:moveTo>
                  <a:lnTo>
                    <a:pt x="945208" y="0"/>
                  </a:lnTo>
                  <a:lnTo>
                    <a:pt x="945208" y="532522"/>
                  </a:lnTo>
                  <a:lnTo>
                    <a:pt x="0" y="5325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45208" cy="5801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관련 아이디어를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추가하세요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06850" y="6613658"/>
            <a:ext cx="1852517" cy="1017383"/>
            <a:chOff x="0" y="0"/>
            <a:chExt cx="969651" cy="532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651" cy="532522"/>
            </a:xfrm>
            <a:custGeom>
              <a:avLst/>
              <a:gdLst/>
              <a:ahLst/>
              <a:cxnLst/>
              <a:rect r="r" b="b" t="t" l="l"/>
              <a:pathLst>
                <a:path h="532522" w="969651">
                  <a:moveTo>
                    <a:pt x="0" y="0"/>
                  </a:moveTo>
                  <a:lnTo>
                    <a:pt x="969651" y="0"/>
                  </a:lnTo>
                  <a:lnTo>
                    <a:pt x="969651" y="532522"/>
                  </a:lnTo>
                  <a:lnTo>
                    <a:pt x="0" y="5325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69651" cy="5801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관련 아이디어를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추가하세요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21051" y="4654899"/>
            <a:ext cx="1899955" cy="1017383"/>
            <a:chOff x="0" y="0"/>
            <a:chExt cx="994481" cy="532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4481" cy="532522"/>
            </a:xfrm>
            <a:custGeom>
              <a:avLst/>
              <a:gdLst/>
              <a:ahLst/>
              <a:cxnLst/>
              <a:rect r="r" b="b" t="t" l="l"/>
              <a:pathLst>
                <a:path h="532522" w="994481">
                  <a:moveTo>
                    <a:pt x="0" y="0"/>
                  </a:moveTo>
                  <a:lnTo>
                    <a:pt x="994481" y="0"/>
                  </a:lnTo>
                  <a:lnTo>
                    <a:pt x="994481" y="532522"/>
                  </a:lnTo>
                  <a:lnTo>
                    <a:pt x="0" y="53252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4481" cy="5801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관련 아이디어를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추가하세요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8645166" y="5081437"/>
            <a:ext cx="953918" cy="7326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 rot="-5399999">
            <a:off x="10379049" y="4017876"/>
            <a:ext cx="708118" cy="1905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rot="5399999">
            <a:off x="10316986" y="6188011"/>
            <a:ext cx="832245" cy="1905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2379100" y="2865923"/>
            <a:ext cx="2345469" cy="904875"/>
            <a:chOff x="0" y="0"/>
            <a:chExt cx="1227674" cy="4736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27674" cy="473633"/>
            </a:xfrm>
            <a:custGeom>
              <a:avLst/>
              <a:gdLst/>
              <a:ahLst/>
              <a:cxnLst/>
              <a:rect r="r" b="b" t="t" l="l"/>
              <a:pathLst>
                <a:path h="473633" w="1227674">
                  <a:moveTo>
                    <a:pt x="0" y="0"/>
                  </a:moveTo>
                  <a:lnTo>
                    <a:pt x="1227674" y="0"/>
                  </a:lnTo>
                  <a:lnTo>
                    <a:pt x="1227674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FBCA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27674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1636017" y="3213888"/>
            <a:ext cx="743082" cy="40522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2400748" y="1413361"/>
            <a:ext cx="2323820" cy="904875"/>
            <a:chOff x="0" y="0"/>
            <a:chExt cx="1216342" cy="4736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6342" cy="473633"/>
            </a:xfrm>
            <a:custGeom>
              <a:avLst/>
              <a:gdLst/>
              <a:ahLst/>
              <a:cxnLst/>
              <a:rect r="r" b="b" t="t" l="l"/>
              <a:pathLst>
                <a:path h="473633" w="1216342">
                  <a:moveTo>
                    <a:pt x="0" y="0"/>
                  </a:moveTo>
                  <a:lnTo>
                    <a:pt x="1216342" y="0"/>
                  </a:lnTo>
                  <a:lnTo>
                    <a:pt x="1216342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16342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좀 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033222" y="2990385"/>
            <a:ext cx="2370340" cy="904875"/>
            <a:chOff x="0" y="0"/>
            <a:chExt cx="1240692" cy="4736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0692" cy="473633"/>
            </a:xfrm>
            <a:custGeom>
              <a:avLst/>
              <a:gdLst/>
              <a:ahLst/>
              <a:cxnLst/>
              <a:rect r="r" b="b" t="t" l="l"/>
              <a:pathLst>
                <a:path h="473633" w="1240692">
                  <a:moveTo>
                    <a:pt x="0" y="0"/>
                  </a:moveTo>
                  <a:lnTo>
                    <a:pt x="1240692" y="0"/>
                  </a:lnTo>
                  <a:lnTo>
                    <a:pt x="1240692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40692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좀 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00228" y="6819178"/>
            <a:ext cx="2320779" cy="904875"/>
            <a:chOff x="0" y="0"/>
            <a:chExt cx="1214750" cy="4736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4750" cy="473633"/>
            </a:xfrm>
            <a:custGeom>
              <a:avLst/>
              <a:gdLst/>
              <a:ahLst/>
              <a:cxnLst/>
              <a:rect r="r" b="b" t="t" l="l"/>
              <a:pathLst>
                <a:path h="473633" w="1214750">
                  <a:moveTo>
                    <a:pt x="0" y="0"/>
                  </a:moveTo>
                  <a:lnTo>
                    <a:pt x="1214750" y="0"/>
                  </a:lnTo>
                  <a:lnTo>
                    <a:pt x="1214750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FBCA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14750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0230" y="8257001"/>
            <a:ext cx="2373004" cy="904875"/>
            <a:chOff x="0" y="0"/>
            <a:chExt cx="1242086" cy="4736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42086" cy="473633"/>
            </a:xfrm>
            <a:custGeom>
              <a:avLst/>
              <a:gdLst/>
              <a:ahLst/>
              <a:cxnLst/>
              <a:rect r="r" b="b" t="t" l="l"/>
              <a:pathLst>
                <a:path h="473633" w="1242086">
                  <a:moveTo>
                    <a:pt x="0" y="0"/>
                  </a:moveTo>
                  <a:lnTo>
                    <a:pt x="1242086" y="0"/>
                  </a:lnTo>
                  <a:lnTo>
                    <a:pt x="1242086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FBCA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242086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10606732" y="7631041"/>
            <a:ext cx="126376" cy="62596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12400748" y="8413528"/>
            <a:ext cx="2193565" cy="867410"/>
            <a:chOff x="0" y="0"/>
            <a:chExt cx="1148164" cy="45402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8164" cy="454023"/>
            </a:xfrm>
            <a:custGeom>
              <a:avLst/>
              <a:gdLst/>
              <a:ahLst/>
              <a:cxnLst/>
              <a:rect r="r" b="b" t="t" l="l"/>
              <a:pathLst>
                <a:path h="454023" w="1148164">
                  <a:moveTo>
                    <a:pt x="0" y="0"/>
                  </a:moveTo>
                  <a:lnTo>
                    <a:pt x="1148164" y="0"/>
                  </a:lnTo>
                  <a:lnTo>
                    <a:pt x="1148164" y="454023"/>
                  </a:lnTo>
                  <a:lnTo>
                    <a:pt x="0" y="45402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148164" cy="49212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좀 더 많은 부수적인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flipH="true">
            <a:off x="13497531" y="7724053"/>
            <a:ext cx="63086" cy="689475"/>
          </a:xfrm>
          <a:prstGeom prst="line">
            <a:avLst/>
          </a:prstGeom>
          <a:ln cap="rnd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9565820" y="1416218"/>
            <a:ext cx="2334576" cy="904875"/>
            <a:chOff x="0" y="0"/>
            <a:chExt cx="1221972" cy="4736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21972" cy="473633"/>
            </a:xfrm>
            <a:custGeom>
              <a:avLst/>
              <a:gdLst/>
              <a:ahLst/>
              <a:cxnLst/>
              <a:rect r="r" b="b" t="t" l="l"/>
              <a:pathLst>
                <a:path h="473633" w="1221972">
                  <a:moveTo>
                    <a:pt x="0" y="0"/>
                  </a:moveTo>
                  <a:lnTo>
                    <a:pt x="1221972" y="0"/>
                  </a:lnTo>
                  <a:lnTo>
                    <a:pt x="1221972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FBCA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21972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flipH="true" flipV="true">
            <a:off x="10733108" y="2321093"/>
            <a:ext cx="0" cy="33486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13551834" y="2318236"/>
            <a:ext cx="10824" cy="547688"/>
          </a:xfrm>
          <a:prstGeom prst="line">
            <a:avLst/>
          </a:prstGeom>
          <a:ln cap="rnd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>
            <a:off x="14724569" y="3318361"/>
            <a:ext cx="308653" cy="124462"/>
          </a:xfrm>
          <a:prstGeom prst="line">
            <a:avLst/>
          </a:prstGeom>
          <a:ln cap="rnd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>
            <a:off x="11867133" y="5081437"/>
            <a:ext cx="953918" cy="82154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 rot="0">
            <a:off x="0" y="0"/>
            <a:ext cx="5993398" cy="102870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49" id="49"/>
          <p:cNvGrpSpPr/>
          <p:nvPr/>
        </p:nvGrpSpPr>
        <p:grpSpPr>
          <a:xfrm rot="0">
            <a:off x="1028700" y="1731272"/>
            <a:ext cx="3310608" cy="1849870"/>
            <a:chOff x="0" y="0"/>
            <a:chExt cx="4414143" cy="2466493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362949"/>
              <a:ext cx="4414143" cy="2098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3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브레인스토밍</a:t>
              </a:r>
            </a:p>
            <a:p>
              <a:pPr algn="l">
                <a:lnSpc>
                  <a:spcPts val="643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페이지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rot="0">
              <a:off x="0" y="0"/>
              <a:ext cx="4414143" cy="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8700" y="8602373"/>
            <a:ext cx="3575146" cy="655927"/>
            <a:chOff x="0" y="0"/>
            <a:chExt cx="4766862" cy="874569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4766862" cy="874569"/>
              <a:chOff x="0" y="0"/>
              <a:chExt cx="5150908" cy="945029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5152178" cy="945029"/>
              </a:xfrm>
              <a:custGeom>
                <a:avLst/>
                <a:gdLst/>
                <a:ahLst/>
                <a:cxnLst/>
                <a:rect r="r" b="b" t="t" l="l"/>
                <a:pathLst>
                  <a:path h="945029" w="5152178">
                    <a:moveTo>
                      <a:pt x="4598458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598458" y="0"/>
                    </a:lnTo>
                    <a:cubicBezTo>
                      <a:pt x="4904528" y="0"/>
                      <a:pt x="5152178" y="211567"/>
                      <a:pt x="5152178" y="473042"/>
                    </a:cubicBezTo>
                    <a:cubicBezTo>
                      <a:pt x="5150908" y="733433"/>
                      <a:pt x="4903258" y="945029"/>
                      <a:pt x="4598458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432508" y="188576"/>
              <a:ext cx="3901845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u="sng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  <a:hlinkClick r:id="rId2" action="ppaction://hlinksldjump"/>
                </a:rPr>
                <a:t>안건 페이지로 돌아가기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11659367" y="7171247"/>
            <a:ext cx="740861" cy="39111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15033222" y="6952528"/>
            <a:ext cx="2370340" cy="904875"/>
            <a:chOff x="0" y="0"/>
            <a:chExt cx="1240692" cy="47363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40692" cy="473633"/>
            </a:xfrm>
            <a:custGeom>
              <a:avLst/>
              <a:gdLst/>
              <a:ahLst/>
              <a:cxnLst/>
              <a:rect r="r" b="b" t="t" l="l"/>
              <a:pathLst>
                <a:path h="473633" w="1240692">
                  <a:moveTo>
                    <a:pt x="0" y="0"/>
                  </a:moveTo>
                  <a:lnTo>
                    <a:pt x="1240692" y="0"/>
                  </a:lnTo>
                  <a:lnTo>
                    <a:pt x="1240692" y="473633"/>
                  </a:lnTo>
                  <a:lnTo>
                    <a:pt x="0" y="4736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240692" cy="52125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좀 더 많은 부수적인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아이디어를 추가하세요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>
            <a:off x="14721007" y="7271616"/>
            <a:ext cx="312215" cy="133350"/>
          </a:xfrm>
          <a:prstGeom prst="line">
            <a:avLst/>
          </a:prstGeom>
          <a:ln cap="rnd" w="19050">
            <a:solidFill>
              <a:srgbClr val="000000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1028700" y="5019242"/>
            <a:ext cx="3935998" cy="1704975"/>
            <a:chOff x="0" y="0"/>
            <a:chExt cx="2969374" cy="128625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69374" cy="1286258"/>
            </a:xfrm>
            <a:custGeom>
              <a:avLst/>
              <a:gdLst/>
              <a:ahLst/>
              <a:cxnLst/>
              <a:rect r="r" b="b" t="t" l="l"/>
              <a:pathLst>
                <a:path h="1286258" w="2969374">
                  <a:moveTo>
                    <a:pt x="59009" y="0"/>
                  </a:moveTo>
                  <a:lnTo>
                    <a:pt x="2910365" y="0"/>
                  </a:lnTo>
                  <a:cubicBezTo>
                    <a:pt x="2926015" y="0"/>
                    <a:pt x="2941024" y="6217"/>
                    <a:pt x="2952090" y="17283"/>
                  </a:cubicBezTo>
                  <a:cubicBezTo>
                    <a:pt x="2963157" y="28349"/>
                    <a:pt x="2969374" y="43359"/>
                    <a:pt x="2969374" y="59009"/>
                  </a:cubicBezTo>
                  <a:lnTo>
                    <a:pt x="2969374" y="1227249"/>
                  </a:lnTo>
                  <a:cubicBezTo>
                    <a:pt x="2969374" y="1242899"/>
                    <a:pt x="2963157" y="1257908"/>
                    <a:pt x="2952090" y="1268974"/>
                  </a:cubicBezTo>
                  <a:cubicBezTo>
                    <a:pt x="2941024" y="1280041"/>
                    <a:pt x="2926015" y="1286258"/>
                    <a:pt x="2910365" y="1286258"/>
                  </a:cubicBezTo>
                  <a:lnTo>
                    <a:pt x="59009" y="1286258"/>
                  </a:lnTo>
                  <a:cubicBezTo>
                    <a:pt x="43359" y="1286258"/>
                    <a:pt x="28349" y="1280041"/>
                    <a:pt x="17283" y="1268974"/>
                  </a:cubicBezTo>
                  <a:cubicBezTo>
                    <a:pt x="6217" y="1257908"/>
                    <a:pt x="0" y="1242899"/>
                    <a:pt x="0" y="1227249"/>
                  </a:cubicBezTo>
                  <a:lnTo>
                    <a:pt x="0" y="59009"/>
                  </a:lnTo>
                  <a:cubicBezTo>
                    <a:pt x="0" y="43359"/>
                    <a:pt x="6217" y="28349"/>
                    <a:pt x="17283" y="17283"/>
                  </a:cubicBezTo>
                  <a:cubicBezTo>
                    <a:pt x="28349" y="6217"/>
                    <a:pt x="43359" y="0"/>
                    <a:pt x="59009" y="0"/>
                  </a:cubicBezTo>
                  <a:close/>
                </a:path>
              </a:pathLst>
            </a:custGeom>
            <a:solidFill>
              <a:srgbClr val="FA643F"/>
            </a:solidFill>
            <a:ln cap="rnd">
              <a:noFill/>
              <a:prstDash val="sysDot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969374" cy="133388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팁: </a:t>
              </a:r>
              <a:r>
                <a:rPr lang="en-US" b="true" sz="15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협업은 팀워크를 더욱 쉽게 만듭니다!</a:t>
              </a:r>
            </a:p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'공유'를 클릭하고 팀원을 초대하여 완성해</a:t>
              </a:r>
            </a:p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보세요. 이 화이트보드 페이지를 게시판,</a:t>
              </a:r>
            </a:p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브레인스토밍 및 기타 재미있는 팀</a:t>
              </a:r>
            </a:p>
            <a:p>
              <a:pPr algn="l">
                <a:lnSpc>
                  <a:spcPts val="2100"/>
                </a:lnSpc>
              </a:pPr>
              <a:r>
                <a:rPr lang="en-US" b="true" sz="1500">
                  <a:solidFill>
                    <a:srgbClr val="FFFFFF"/>
                  </a:solidFill>
                  <a:latin typeface="Nanum Gothic Bold"/>
                  <a:ea typeface="Nanum Gothic Bold"/>
                  <a:cs typeface="Nanum Gothic Bold"/>
                  <a:sym typeface="Nanum Gothic Bold"/>
                </a:rPr>
                <a:t>아이디어를 위해 사용해 보세요!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28700" y="1051093"/>
            <a:ext cx="880262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658959" cy="102870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51881" y="7247693"/>
            <a:ext cx="4661957" cy="1973595"/>
            <a:chOff x="0" y="0"/>
            <a:chExt cx="6215943" cy="263146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6" y="870182"/>
              <a:ext cx="6215891" cy="1761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Canva 프레젠테이션에 이 디자인 자료를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사용해 보세요. 즐겁게 디자인하세요!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발표 전에 이 페이지를 삭제하세요.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6" y="12700"/>
              <a:ext cx="6215891" cy="1270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534231" y="6083678"/>
            <a:ext cx="859669" cy="982990"/>
          </a:xfrm>
          <a:custGeom>
            <a:avLst/>
            <a:gdLst/>
            <a:ahLst/>
            <a:cxnLst/>
            <a:rect r="r" b="b" t="t" l="l"/>
            <a:pathLst>
              <a:path h="982990" w="859669">
                <a:moveTo>
                  <a:pt x="0" y="0"/>
                </a:moveTo>
                <a:lnTo>
                  <a:pt x="859670" y="0"/>
                </a:lnTo>
                <a:lnTo>
                  <a:pt x="859670" y="982990"/>
                </a:lnTo>
                <a:lnTo>
                  <a:pt x="0" y="98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2571" y="4610330"/>
            <a:ext cx="982990" cy="982990"/>
          </a:xfrm>
          <a:custGeom>
            <a:avLst/>
            <a:gdLst/>
            <a:ahLst/>
            <a:cxnLst/>
            <a:rect r="r" b="b" t="t" l="l"/>
            <a:pathLst>
              <a:path h="982990" w="982990">
                <a:moveTo>
                  <a:pt x="0" y="0"/>
                </a:moveTo>
                <a:lnTo>
                  <a:pt x="982990" y="0"/>
                </a:lnTo>
                <a:lnTo>
                  <a:pt x="982990" y="982990"/>
                </a:lnTo>
                <a:lnTo>
                  <a:pt x="0" y="982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45036" y="3395752"/>
            <a:ext cx="838059" cy="577499"/>
          </a:xfrm>
          <a:custGeom>
            <a:avLst/>
            <a:gdLst/>
            <a:ahLst/>
            <a:cxnLst/>
            <a:rect r="r" b="b" t="t" l="l"/>
            <a:pathLst>
              <a:path h="577499" w="838059">
                <a:moveTo>
                  <a:pt x="0" y="0"/>
                </a:moveTo>
                <a:lnTo>
                  <a:pt x="838060" y="0"/>
                </a:lnTo>
                <a:lnTo>
                  <a:pt x="838060" y="577499"/>
                </a:lnTo>
                <a:lnTo>
                  <a:pt x="0" y="5774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82299" y="1876838"/>
            <a:ext cx="763535" cy="958776"/>
          </a:xfrm>
          <a:custGeom>
            <a:avLst/>
            <a:gdLst/>
            <a:ahLst/>
            <a:cxnLst/>
            <a:rect r="r" b="b" t="t" l="l"/>
            <a:pathLst>
              <a:path h="958776" w="763535">
                <a:moveTo>
                  <a:pt x="0" y="0"/>
                </a:moveTo>
                <a:lnTo>
                  <a:pt x="763534" y="0"/>
                </a:lnTo>
                <a:lnTo>
                  <a:pt x="763534" y="958776"/>
                </a:lnTo>
                <a:lnTo>
                  <a:pt x="0" y="958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45036" y="7526409"/>
            <a:ext cx="838059" cy="835012"/>
          </a:xfrm>
          <a:custGeom>
            <a:avLst/>
            <a:gdLst/>
            <a:ahLst/>
            <a:cxnLst/>
            <a:rect r="r" b="b" t="t" l="l"/>
            <a:pathLst>
              <a:path h="835012" w="838059">
                <a:moveTo>
                  <a:pt x="0" y="0"/>
                </a:moveTo>
                <a:lnTo>
                  <a:pt x="838060" y="0"/>
                </a:lnTo>
                <a:lnTo>
                  <a:pt x="838060" y="835012"/>
                </a:lnTo>
                <a:lnTo>
                  <a:pt x="0" y="8350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22741" y="7828215"/>
            <a:ext cx="821102" cy="231401"/>
          </a:xfrm>
          <a:custGeom>
            <a:avLst/>
            <a:gdLst/>
            <a:ahLst/>
            <a:cxnLst/>
            <a:rect r="r" b="b" t="t" l="l"/>
            <a:pathLst>
              <a:path h="231401" w="821102">
                <a:moveTo>
                  <a:pt x="0" y="0"/>
                </a:moveTo>
                <a:lnTo>
                  <a:pt x="821102" y="0"/>
                </a:lnTo>
                <a:lnTo>
                  <a:pt x="821102" y="231401"/>
                </a:lnTo>
                <a:lnTo>
                  <a:pt x="0" y="2314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20356" y="6246318"/>
            <a:ext cx="982990" cy="657710"/>
          </a:xfrm>
          <a:custGeom>
            <a:avLst/>
            <a:gdLst/>
            <a:ahLst/>
            <a:cxnLst/>
            <a:rect r="r" b="b" t="t" l="l"/>
            <a:pathLst>
              <a:path h="657710" w="982990">
                <a:moveTo>
                  <a:pt x="0" y="0"/>
                </a:moveTo>
                <a:lnTo>
                  <a:pt x="982990" y="0"/>
                </a:lnTo>
                <a:lnTo>
                  <a:pt x="982990" y="657710"/>
                </a:lnTo>
                <a:lnTo>
                  <a:pt x="0" y="657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41772" y="3321088"/>
            <a:ext cx="838059" cy="726826"/>
          </a:xfrm>
          <a:custGeom>
            <a:avLst/>
            <a:gdLst/>
            <a:ahLst/>
            <a:cxnLst/>
            <a:rect r="r" b="b" t="t" l="l"/>
            <a:pathLst>
              <a:path h="726826" w="838059">
                <a:moveTo>
                  <a:pt x="0" y="0"/>
                </a:moveTo>
                <a:lnTo>
                  <a:pt x="838060" y="0"/>
                </a:lnTo>
                <a:lnTo>
                  <a:pt x="838060" y="726826"/>
                </a:lnTo>
                <a:lnTo>
                  <a:pt x="0" y="7268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66948" y="1937196"/>
            <a:ext cx="620164" cy="838059"/>
          </a:xfrm>
          <a:custGeom>
            <a:avLst/>
            <a:gdLst/>
            <a:ahLst/>
            <a:cxnLst/>
            <a:rect r="r" b="b" t="t" l="l"/>
            <a:pathLst>
              <a:path h="838059" w="620164">
                <a:moveTo>
                  <a:pt x="0" y="0"/>
                </a:moveTo>
                <a:lnTo>
                  <a:pt x="620164" y="0"/>
                </a:lnTo>
                <a:lnTo>
                  <a:pt x="620164" y="838060"/>
                </a:lnTo>
                <a:lnTo>
                  <a:pt x="0" y="8380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04535" y="4682795"/>
            <a:ext cx="787776" cy="838059"/>
          </a:xfrm>
          <a:custGeom>
            <a:avLst/>
            <a:gdLst/>
            <a:ahLst/>
            <a:cxnLst/>
            <a:rect r="r" b="b" t="t" l="l"/>
            <a:pathLst>
              <a:path h="838059" w="787776">
                <a:moveTo>
                  <a:pt x="0" y="0"/>
                </a:moveTo>
                <a:lnTo>
                  <a:pt x="787776" y="0"/>
                </a:lnTo>
                <a:lnTo>
                  <a:pt x="787776" y="838059"/>
                </a:lnTo>
                <a:lnTo>
                  <a:pt x="0" y="83805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04989" y="6217655"/>
            <a:ext cx="982990" cy="715036"/>
          </a:xfrm>
          <a:custGeom>
            <a:avLst/>
            <a:gdLst/>
            <a:ahLst/>
            <a:cxnLst/>
            <a:rect r="r" b="b" t="t" l="l"/>
            <a:pathLst>
              <a:path h="715036" w="982990">
                <a:moveTo>
                  <a:pt x="0" y="0"/>
                </a:moveTo>
                <a:lnTo>
                  <a:pt x="982990" y="0"/>
                </a:lnTo>
                <a:lnTo>
                  <a:pt x="982990" y="715036"/>
                </a:lnTo>
                <a:lnTo>
                  <a:pt x="0" y="7150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04989" y="4621053"/>
            <a:ext cx="982990" cy="961543"/>
          </a:xfrm>
          <a:custGeom>
            <a:avLst/>
            <a:gdLst/>
            <a:ahLst/>
            <a:cxnLst/>
            <a:rect r="r" b="b" t="t" l="l"/>
            <a:pathLst>
              <a:path h="961543" w="982990">
                <a:moveTo>
                  <a:pt x="0" y="0"/>
                </a:moveTo>
                <a:lnTo>
                  <a:pt x="982990" y="0"/>
                </a:lnTo>
                <a:lnTo>
                  <a:pt x="982990" y="961543"/>
                </a:lnTo>
                <a:lnTo>
                  <a:pt x="0" y="96154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77455" y="3321850"/>
            <a:ext cx="838059" cy="725302"/>
          </a:xfrm>
          <a:custGeom>
            <a:avLst/>
            <a:gdLst/>
            <a:ahLst/>
            <a:cxnLst/>
            <a:rect r="r" b="b" t="t" l="l"/>
            <a:pathLst>
              <a:path h="725302" w="838059">
                <a:moveTo>
                  <a:pt x="0" y="0"/>
                </a:moveTo>
                <a:lnTo>
                  <a:pt x="838059" y="0"/>
                </a:lnTo>
                <a:lnTo>
                  <a:pt x="838059" y="725302"/>
                </a:lnTo>
                <a:lnTo>
                  <a:pt x="0" y="72530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77455" y="1938720"/>
            <a:ext cx="838059" cy="835012"/>
          </a:xfrm>
          <a:custGeom>
            <a:avLst/>
            <a:gdLst/>
            <a:ahLst/>
            <a:cxnLst/>
            <a:rect r="r" b="b" t="t" l="l"/>
            <a:pathLst>
              <a:path h="835012" w="838059">
                <a:moveTo>
                  <a:pt x="0" y="0"/>
                </a:moveTo>
                <a:lnTo>
                  <a:pt x="838059" y="0"/>
                </a:lnTo>
                <a:lnTo>
                  <a:pt x="838059" y="835012"/>
                </a:lnTo>
                <a:lnTo>
                  <a:pt x="0" y="83501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366809" y="7649605"/>
            <a:ext cx="659351" cy="588621"/>
          </a:xfrm>
          <a:custGeom>
            <a:avLst/>
            <a:gdLst/>
            <a:ahLst/>
            <a:cxnLst/>
            <a:rect r="r" b="b" t="t" l="l"/>
            <a:pathLst>
              <a:path h="588621" w="659351">
                <a:moveTo>
                  <a:pt x="0" y="0"/>
                </a:moveTo>
                <a:lnTo>
                  <a:pt x="659351" y="0"/>
                </a:lnTo>
                <a:lnTo>
                  <a:pt x="659351" y="588621"/>
                </a:lnTo>
                <a:lnTo>
                  <a:pt x="0" y="588621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93059" y="6083678"/>
            <a:ext cx="604092" cy="982990"/>
          </a:xfrm>
          <a:custGeom>
            <a:avLst/>
            <a:gdLst/>
            <a:ahLst/>
            <a:cxnLst/>
            <a:rect r="r" b="b" t="t" l="l"/>
            <a:pathLst>
              <a:path h="982990" w="604092">
                <a:moveTo>
                  <a:pt x="0" y="0"/>
                </a:moveTo>
                <a:lnTo>
                  <a:pt x="604093" y="0"/>
                </a:lnTo>
                <a:lnTo>
                  <a:pt x="604093" y="982990"/>
                </a:lnTo>
                <a:lnTo>
                  <a:pt x="0" y="98299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32780" y="3277662"/>
            <a:ext cx="838059" cy="813679"/>
          </a:xfrm>
          <a:custGeom>
            <a:avLst/>
            <a:gdLst/>
            <a:ahLst/>
            <a:cxnLst/>
            <a:rect r="r" b="b" t="t" l="l"/>
            <a:pathLst>
              <a:path h="813679" w="838059">
                <a:moveTo>
                  <a:pt x="0" y="0"/>
                </a:moveTo>
                <a:lnTo>
                  <a:pt x="838060" y="0"/>
                </a:lnTo>
                <a:lnTo>
                  <a:pt x="838060" y="813679"/>
                </a:lnTo>
                <a:lnTo>
                  <a:pt x="0" y="81367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132868" y="2046144"/>
            <a:ext cx="838059" cy="620164"/>
          </a:xfrm>
          <a:custGeom>
            <a:avLst/>
            <a:gdLst/>
            <a:ahLst/>
            <a:cxnLst/>
            <a:rect r="r" b="b" t="t" l="l"/>
            <a:pathLst>
              <a:path h="620164" w="838059">
                <a:moveTo>
                  <a:pt x="0" y="0"/>
                </a:moveTo>
                <a:lnTo>
                  <a:pt x="838059" y="0"/>
                </a:lnTo>
                <a:lnTo>
                  <a:pt x="838059" y="620164"/>
                </a:lnTo>
                <a:lnTo>
                  <a:pt x="0" y="62016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95588" y="4682795"/>
            <a:ext cx="565309" cy="838059"/>
          </a:xfrm>
          <a:custGeom>
            <a:avLst/>
            <a:gdLst/>
            <a:ahLst/>
            <a:cxnLst/>
            <a:rect r="r" b="b" t="t" l="l"/>
            <a:pathLst>
              <a:path h="838059" w="565309">
                <a:moveTo>
                  <a:pt x="0" y="0"/>
                </a:moveTo>
                <a:lnTo>
                  <a:pt x="565309" y="0"/>
                </a:lnTo>
                <a:lnTo>
                  <a:pt x="565309" y="838059"/>
                </a:lnTo>
                <a:lnTo>
                  <a:pt x="0" y="838059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937408" y="7544624"/>
            <a:ext cx="922733" cy="798583"/>
          </a:xfrm>
          <a:custGeom>
            <a:avLst/>
            <a:gdLst/>
            <a:ahLst/>
            <a:cxnLst/>
            <a:rect r="r" b="b" t="t" l="l"/>
            <a:pathLst>
              <a:path h="798583" w="922733">
                <a:moveTo>
                  <a:pt x="0" y="0"/>
                </a:moveTo>
                <a:lnTo>
                  <a:pt x="922733" y="0"/>
                </a:lnTo>
                <a:lnTo>
                  <a:pt x="922733" y="798583"/>
                </a:lnTo>
                <a:lnTo>
                  <a:pt x="0" y="79858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02647" y="1987816"/>
            <a:ext cx="736820" cy="736820"/>
          </a:xfrm>
          <a:custGeom>
            <a:avLst/>
            <a:gdLst/>
            <a:ahLst/>
            <a:cxnLst/>
            <a:rect r="r" b="b" t="t" l="l"/>
            <a:pathLst>
              <a:path h="736820" w="736820">
                <a:moveTo>
                  <a:pt x="0" y="0"/>
                </a:moveTo>
                <a:lnTo>
                  <a:pt x="736820" y="0"/>
                </a:lnTo>
                <a:lnTo>
                  <a:pt x="736820" y="736820"/>
                </a:lnTo>
                <a:lnTo>
                  <a:pt x="0" y="73682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619861" y="6083678"/>
            <a:ext cx="702391" cy="982990"/>
          </a:xfrm>
          <a:custGeom>
            <a:avLst/>
            <a:gdLst/>
            <a:ahLst/>
            <a:cxnLst/>
            <a:rect r="r" b="b" t="t" l="l"/>
            <a:pathLst>
              <a:path h="982990" w="702391">
                <a:moveTo>
                  <a:pt x="0" y="0"/>
                </a:moveTo>
                <a:lnTo>
                  <a:pt x="702391" y="0"/>
                </a:lnTo>
                <a:lnTo>
                  <a:pt x="702391" y="982990"/>
                </a:lnTo>
                <a:lnTo>
                  <a:pt x="0" y="98299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599755" y="7477668"/>
            <a:ext cx="742604" cy="932494"/>
          </a:xfrm>
          <a:custGeom>
            <a:avLst/>
            <a:gdLst/>
            <a:ahLst/>
            <a:cxnLst/>
            <a:rect r="r" b="b" t="t" l="l"/>
            <a:pathLst>
              <a:path h="932494" w="742604">
                <a:moveTo>
                  <a:pt x="0" y="0"/>
                </a:moveTo>
                <a:lnTo>
                  <a:pt x="742604" y="0"/>
                </a:lnTo>
                <a:lnTo>
                  <a:pt x="742604" y="932494"/>
                </a:lnTo>
                <a:lnTo>
                  <a:pt x="0" y="932494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744075" y="3193006"/>
            <a:ext cx="453963" cy="982990"/>
          </a:xfrm>
          <a:custGeom>
            <a:avLst/>
            <a:gdLst/>
            <a:ahLst/>
            <a:cxnLst/>
            <a:rect r="r" b="b" t="t" l="l"/>
            <a:pathLst>
              <a:path h="982990" w="453963">
                <a:moveTo>
                  <a:pt x="0" y="0"/>
                </a:moveTo>
                <a:lnTo>
                  <a:pt x="453963" y="0"/>
                </a:lnTo>
                <a:lnTo>
                  <a:pt x="453963" y="982990"/>
                </a:lnTo>
                <a:lnTo>
                  <a:pt x="0" y="98299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529260" y="4660028"/>
            <a:ext cx="883593" cy="883593"/>
          </a:xfrm>
          <a:custGeom>
            <a:avLst/>
            <a:gdLst/>
            <a:ahLst/>
            <a:cxnLst/>
            <a:rect r="r" b="b" t="t" l="l"/>
            <a:pathLst>
              <a:path h="883593" w="883593">
                <a:moveTo>
                  <a:pt x="0" y="0"/>
                </a:moveTo>
                <a:lnTo>
                  <a:pt x="883593" y="0"/>
                </a:lnTo>
                <a:lnTo>
                  <a:pt x="883593" y="883593"/>
                </a:lnTo>
                <a:lnTo>
                  <a:pt x="0" y="883593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51881" y="1592669"/>
            <a:ext cx="4638738" cy="24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자료</a:t>
            </a:r>
          </a:p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페이지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1881" y="1038225"/>
            <a:ext cx="7962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658959" cy="102870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51881" y="7332049"/>
            <a:ext cx="4661957" cy="1889239"/>
            <a:chOff x="0" y="0"/>
            <a:chExt cx="6215943" cy="251898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6" y="313207"/>
              <a:ext cx="6215891" cy="220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Canva 프레젠테이션으로 발표의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놀라운 즐거움을 발견하세요.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발표 모드에서 다음 키를 눌러 보세요!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발표 전에 이 페이지를 삭제하세요.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6" y="12700"/>
              <a:ext cx="6215891" cy="12700"/>
            </a:xfrm>
            <a:prstGeom prst="line">
              <a:avLst/>
            </a:prstGeom>
            <a:ln cap="flat" w="25400">
              <a:solidFill>
                <a:srgbClr val="FA643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51881" y="1592669"/>
            <a:ext cx="4638738" cy="24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자료</a:t>
            </a:r>
          </a:p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페이지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1881" y="1038225"/>
            <a:ext cx="7962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18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8305009" y="6599850"/>
            <a:ext cx="788427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792492" y="7239918"/>
            <a:ext cx="351283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타이머 설정은 0~9까지의</a:t>
            </a:r>
          </a:p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숫자를 누르세요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5009" y="7425656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발표하기는 U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8305009" y="4948238"/>
            <a:ext cx="788427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2792492" y="5588306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음소거는 Q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05009" y="5588306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물방울 효과는 O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8305009" y="3296625"/>
            <a:ext cx="788427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792492" y="3936694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강조 효과는 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05009" y="3936694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드럼 소리 효과는 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92492" y="2285082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꽃가루 효과는 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5009" y="2285082"/>
            <a:ext cx="339679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흐릿한 효과는 B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6658959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983421" y="7196495"/>
            <a:ext cx="4775657" cy="1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라이브 발표에 자신이 없으세요? 걱정 마세요!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청중이 자신에게 맞는 속도로 시청할 수 있도록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Canva 프레젠테이션을 녹화해서 제공하세요.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프레젠테이션 전에 이 페이지를 삭제하는 것을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잊지 마세요.</a:t>
            </a:r>
          </a:p>
        </p:txBody>
      </p:sp>
      <p:sp>
        <p:nvSpPr>
          <p:cNvPr name="AutoShape 4" id="4"/>
          <p:cNvSpPr/>
          <p:nvPr/>
        </p:nvSpPr>
        <p:spPr>
          <a:xfrm>
            <a:off x="1040290" y="6691670"/>
            <a:ext cx="4661919" cy="9525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51881" y="1592669"/>
            <a:ext cx="4638738" cy="245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자료</a:t>
            </a:r>
          </a:p>
          <a:p>
            <a:pPr algn="l">
              <a:lnSpc>
                <a:spcPts val="9869"/>
              </a:lnSpc>
            </a:pPr>
            <a:r>
              <a:rPr lang="en-US" sz="6999" b="true">
                <a:solidFill>
                  <a:srgbClr val="000000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페이지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1881" y="1038225"/>
            <a:ext cx="7962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true">
                <a:solidFill>
                  <a:srgbClr val="FA643F"/>
                </a:solidFill>
                <a:latin typeface="Nanum Gothic Bold"/>
                <a:ea typeface="Nanum Gothic Bold"/>
                <a:cs typeface="Nanum Gothic Bold"/>
                <a:sym typeface="Nanum Gothic Bold"/>
              </a:rPr>
              <a:t>19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7911726" y="2599849"/>
            <a:ext cx="858804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7911726" y="5133975"/>
            <a:ext cx="858804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7911726" y="4000262"/>
            <a:ext cx="858804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7911726" y="7668101"/>
            <a:ext cx="858804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911726" y="1594842"/>
            <a:ext cx="8588043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녹화를 마치고 나면 Canva 프레젠테이션을 MP4 형식으로 다운로드하거나 말하는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프레젠테이션 링크를 사용해 다른 사람과 공유하세요.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11726" y="4433768"/>
            <a:ext cx="85880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음성만 녹음하고 싶다면 언제든 '카메라 사용 안 함' 옵션을 선택할 수 있습니다.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11726" y="2995255"/>
            <a:ext cx="8588043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'녹화 스튜디오로 이동'을 클릭해서 비디오 프레젠테이션에 사용할 비디오와 오디오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소스를 선택하세요.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11726" y="6663095"/>
            <a:ext cx="8588043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녹화를 마치고 나면 Canva 프레젠테이션을 MP4 형식으로 다운로드하거나 말하는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프레젠테이션 링크를 사용해 다른 사람과 공유하세요.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11726" y="8101608"/>
            <a:ext cx="85880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편집기 안에서 비디오를 녹화할 수도 있습니다! '업로드'로 가서 '녹화하기'를 클릭하세요.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7911726" y="6267688"/>
            <a:ext cx="8588043" cy="0"/>
          </a:xfrm>
          <a:prstGeom prst="line">
            <a:avLst/>
          </a:prstGeom>
          <a:ln cap="flat" w="19050">
            <a:solidFill>
              <a:srgbClr val="FA643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911726" y="5567482"/>
            <a:ext cx="85880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녹화를 시작하고 필요한 경우 중간중간 일시 중지를 누르세요.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DAHXxGVhmEY</dc:identifier>
  <dcterms:modified xsi:type="dcterms:W3CDTF">2011-08-01T06:04:30Z</dcterms:modified>
  <cp:revision>1</cp:revision>
  <dc:title>흰색 주황색 회색 심플하고 미니멀한 컨퍼런스 연구 교육 프레젠테이션</dc:title>
</cp:coreProperties>
</file>