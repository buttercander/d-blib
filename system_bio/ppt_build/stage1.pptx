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4" r:id="rId14"/>
    <p:sldId id="266" r:id="rId16"/>
    <p:sldId id="275" r:id="rId27"/>
    <p:sldId id="276" r:id="rId28"/>
    <p:sldId id="277" r:id="rId29"/>
    <p:sldId id="261" r:id="rId11"/>
    <p:sldId id="267" r:id="rId17"/>
    <p:sldId id="262" r:id="rId12"/>
    <p:sldId id="269" r:id="rId19"/>
    <p:sldId id="278" r:id="rId30"/>
    <p:sldId id="279" r:id="rId31"/>
    <p:sldId id="280" r:id="rId32"/>
    <p:sldId id="281" r:id="rId33"/>
  </p:sldIdLst>
  <p:sldSz cx="18288000" cy="10287000"/>
  <p:notesSz cx="6858000" cy="9144000"/>
  <p:embeddedFontLst>
    <p:embeddedFont>
      <p:font typeface="Nanum Gothic" charset="1" panose="020D0604000000000000"/>
      <p:regular r:id="rId25"/>
    </p:embeddedFont>
    <p:embeddedFont>
      <p:font typeface="Nanum Gothic Bold" charset="1" panose="020D0804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4" Target="slides/slide9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5.xml" Type="http://schemas.openxmlformats.org/officeDocument/2006/relationships/slide"/><Relationship Id="rId11" Target="slide6.xml" Type="http://schemas.openxmlformats.org/officeDocument/2006/relationships/slide"/><Relationship Id="rId12" Target="slide10.xml" Type="http://schemas.openxmlformats.org/officeDocument/2006/relationships/slide"/><Relationship Id="rId13" Target="slide16.xml" Type="http://schemas.openxmlformats.org/officeDocument/2006/relationships/slide"/><Relationship Id="rId2" Target="slide12.xml" Type="http://schemas.openxmlformats.org/officeDocument/2006/relationships/slide"/><Relationship Id="rId3" Target="slide3.xml" Type="http://schemas.openxmlformats.org/officeDocument/2006/relationships/slide"/><Relationship Id="rId4" Target="slide7.xml" Type="http://schemas.openxmlformats.org/officeDocument/2006/relationships/slide"/><Relationship Id="rId5" Target="slide4.xml" Type="http://schemas.openxmlformats.org/officeDocument/2006/relationships/slide"/><Relationship Id="rId6" Target="slide8.xml" Type="http://schemas.openxmlformats.org/officeDocument/2006/relationships/slide"/><Relationship Id="rId7" Target="slide13.xml" Type="http://schemas.openxmlformats.org/officeDocument/2006/relationships/slide"/><Relationship Id="rId8" Target="slide5.xml" Type="http://schemas.openxmlformats.org/officeDocument/2006/relationships/slide"/><Relationship Id="rId9" Target="slide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6243439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89143" y="2653258"/>
            <a:ext cx="4376118" cy="771670"/>
            <a:chOff x="0" y="0"/>
            <a:chExt cx="5834825" cy="1028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834825" cy="1028893"/>
              <a:chOff x="0" y="0"/>
              <a:chExt cx="5359237" cy="9450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360507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360507">
                    <a:moveTo>
                      <a:pt x="4806787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806787" y="0"/>
                    </a:lnTo>
                    <a:cubicBezTo>
                      <a:pt x="5112857" y="0"/>
                      <a:pt x="5360507" y="211567"/>
                      <a:pt x="5360507" y="473042"/>
                    </a:cubicBezTo>
                    <a:cubicBezTo>
                      <a:pt x="5359237" y="733433"/>
                      <a:pt x="5111587" y="945029"/>
                      <a:pt x="4806787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536214" y="254776"/>
              <a:ext cx="4762396" cy="471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연구 제목을 추가하세요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66090" y="7628372"/>
            <a:ext cx="6199171" cy="756169"/>
            <a:chOff x="0" y="0"/>
            <a:chExt cx="8265562" cy="100822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07515"/>
              <a:ext cx="8265562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 u="non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컨퍼런스 이름을 입력하세요</a:t>
              </a:r>
            </a:p>
          </p:txBody>
        </p:sp>
        <p:sp>
          <p:nvSpPr>
            <p:cNvPr name="AutoShape 9" id="9"/>
            <p:cNvSpPr/>
            <p:nvPr/>
          </p:nvSpPr>
          <p:spPr>
            <a:xfrm rot="0">
              <a:off x="0" y="0"/>
              <a:ext cx="826556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822739" y="1754559"/>
            <a:ext cx="9139911" cy="342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9"/>
              </a:lnSpc>
            </a:pPr>
            <a:r>
              <a:rPr lang="en-US" sz="9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연구</a:t>
            </a:r>
          </a:p>
          <a:p>
            <a:pPr algn="l">
              <a:lnSpc>
                <a:spcPts val="13699"/>
              </a:lnSpc>
            </a:pPr>
            <a:r>
              <a:rPr lang="en-US" sz="9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컨퍼런스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2739" y="1253401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22739" y="7628372"/>
            <a:ext cx="6199171" cy="1238084"/>
            <a:chOff x="0" y="0"/>
            <a:chExt cx="8265562" cy="16507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66485"/>
              <a:ext cx="826556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직함을 입력하세요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07515"/>
              <a:ext cx="8265562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이름을 입력하세요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rot="0">
              <a:off x="0" y="0"/>
              <a:ext cx="826556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382286"/>
            <a:ext cx="16230600" cy="4876014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374874" y="1611579"/>
            <a:ext cx="7450635" cy="1943100"/>
            <a:chOff x="0" y="0"/>
            <a:chExt cx="5620866" cy="1465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20866" cy="1465903"/>
            </a:xfrm>
            <a:custGeom>
              <a:avLst/>
              <a:gdLst/>
              <a:ahLst/>
              <a:cxnLst/>
              <a:rect r="r" b="b" t="t" l="l"/>
              <a:pathLst>
                <a:path h="1465903" w="5620866">
                  <a:moveTo>
                    <a:pt x="31173" y="0"/>
                  </a:moveTo>
                  <a:lnTo>
                    <a:pt x="5589693" y="0"/>
                  </a:lnTo>
                  <a:cubicBezTo>
                    <a:pt x="5606909" y="0"/>
                    <a:pt x="5620866" y="13957"/>
                    <a:pt x="5620866" y="31173"/>
                  </a:cubicBezTo>
                  <a:lnTo>
                    <a:pt x="5620866" y="1434730"/>
                  </a:lnTo>
                  <a:cubicBezTo>
                    <a:pt x="5620866" y="1451946"/>
                    <a:pt x="5606909" y="1465903"/>
                    <a:pt x="5589693" y="1465903"/>
                  </a:cubicBezTo>
                  <a:lnTo>
                    <a:pt x="31173" y="1465903"/>
                  </a:lnTo>
                  <a:cubicBezTo>
                    <a:pt x="13957" y="1465903"/>
                    <a:pt x="0" y="1451946"/>
                    <a:pt x="0" y="1434730"/>
                  </a:cubicBezTo>
                  <a:lnTo>
                    <a:pt x="0" y="31173"/>
                  </a:lnTo>
                  <a:cubicBezTo>
                    <a:pt x="0" y="13957"/>
                    <a:pt x="13957" y="0"/>
                    <a:pt x="31173" y="0"/>
                  </a:cubicBezTo>
                  <a:close/>
                </a:path>
              </a:pathLst>
            </a:custGeom>
            <a:solidFill>
              <a:srgbClr val="FA643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620866" cy="151352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팁: </a:t>
              </a: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프레젠테이션 내의 다른 페이지로 이동하기 위해 링크를 사용하세요.</a:t>
              </a:r>
            </a:p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방법: </a:t>
              </a: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텍스트를 드래그하여 작업 도구 표시줄의 링크 아이콘을 클릭하고</a:t>
              </a:r>
            </a:p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연결하고자 하는 프레젠테이션 내의 페이지를 선택하세요.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25051" y="2231701"/>
            <a:ext cx="619666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안건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051" y="1553432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19513" y="5301575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2" action="ppaction://hlinksldjump"/>
              </a:rPr>
              <a:t>분석 및 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9331" y="5301575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3" action="ppaction://hlinksldjump"/>
              </a:rPr>
              <a:t>서론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84422" y="5301575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4" action="ppaction://hlinksldjump"/>
              </a:rPr>
              <a:t>가설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9331" y="6181762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5" action="ppaction://hlinksldjump"/>
              </a:rPr>
              <a:t>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4422" y="6181762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6" action="ppaction://hlinksldjump"/>
              </a:rPr>
              <a:t>방법론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9513" y="6181762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7" action="ppaction://hlinksldjump"/>
              </a:rPr>
              <a:t>추천 사항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9331" y="7061949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8" action="ppaction://hlinksldjump"/>
              </a:rPr>
              <a:t>문학적 검토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4422" y="7061949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9" action="ppaction://hlinksldjump"/>
              </a:rPr>
              <a:t>실행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19513" y="7061949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0" action="ppaction://hlinksldjump"/>
              </a:rPr>
              <a:t>화이트보드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9331" y="7942136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1" action="ppaction://hlinksldjump"/>
              </a:rPr>
              <a:t>프레임워크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4422" y="7942136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2" action="ppaction://hlinksldjump"/>
              </a:rPr>
              <a:t>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19513" y="7942136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3" action="ppaction://hlinksldjump"/>
              </a:rPr>
              <a:t>브레인스토밍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1300" y="8602373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772900" y="1028700"/>
            <a:ext cx="5486400" cy="8229600"/>
            <a:chOff x="0" y="0"/>
            <a:chExt cx="63500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1300" y="1861227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11300" y="2558546"/>
            <a:ext cx="7906642" cy="3166871"/>
            <a:chOff x="0" y="0"/>
            <a:chExt cx="10542190" cy="422249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054219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서론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809750"/>
              <a:ext cx="10542190" cy="2364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연구 배경의 필수 요점을 적으세요.</a:t>
              </a:r>
            </a:p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연구의 중요성을 언급하세요.</a:t>
              </a:r>
            </a:p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또한 연구의 목표를 논의할 수도 있습니다.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3847256"/>
          </a:xfrm>
          <a:prstGeom prst="rect">
            <a:avLst/>
          </a:prstGeom>
          <a:solidFill>
            <a:srgbClr val="F1F1F1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17597" y="4939827"/>
          <a:ext cx="15633756" cy="4318473"/>
        </p:xfrm>
        <a:graphic>
          <a:graphicData uri="http://schemas.openxmlformats.org/drawingml/2006/table">
            <a:tbl>
              <a:tblPr/>
              <a:tblGrid>
                <a:gridCol w="7816878"/>
                <a:gridCol w="7816878"/>
              </a:tblGrid>
              <a:tr h="1103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개요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지지자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</a:tr>
              <a:tr h="3215007"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연구를 인도해준 이론과 개념을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해당하는 경우 제안자 또는 사용된 이론 및 개념 배후의 인물을 언급하세요.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7597" y="1041568"/>
            <a:ext cx="6197936" cy="1764119"/>
            <a:chOff x="0" y="0"/>
            <a:chExt cx="8263915" cy="2352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42459"/>
              <a:ext cx="8263915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프레임워크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84071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258300"/>
            <a:ext cx="18288000" cy="10287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7356427" y="8930337"/>
            <a:ext cx="3575146" cy="655927"/>
            <a:chOff x="0" y="0"/>
            <a:chExt cx="4766862" cy="87456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06841" y="2176321"/>
            <a:ext cx="12474317" cy="5034894"/>
            <a:chOff x="0" y="0"/>
            <a:chExt cx="16632423" cy="67131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" y="1138616"/>
              <a:ext cx="16632404" cy="3676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</a:t>
              </a:r>
            </a:p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 가설을 적으세요.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767066" y="9525"/>
              <a:ext cx="109829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b="true" sz="2499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07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" y="6112482"/>
              <a:ext cx="16632413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이를 뒷받침하도록 간략하게 설명하세요.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2624">
              <a:off x="7" y="5479749"/>
              <a:ext cx="16632408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597" y="5478500"/>
            <a:ext cx="4523384" cy="3765513"/>
            <a:chOff x="0" y="0"/>
            <a:chExt cx="700791" cy="583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0791" cy="583376"/>
            </a:xfrm>
            <a:custGeom>
              <a:avLst/>
              <a:gdLst/>
              <a:ahLst/>
              <a:cxnLst/>
              <a:rect r="r" b="b" t="t" l="l"/>
              <a:pathLst>
                <a:path h="583376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583376"/>
                  </a:lnTo>
                  <a:lnTo>
                    <a:pt x="0" y="583376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00791" cy="640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1단계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82308" y="4644112"/>
            <a:ext cx="4523384" cy="4599901"/>
            <a:chOff x="0" y="0"/>
            <a:chExt cx="700791" cy="712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0791" cy="712645"/>
            </a:xfrm>
            <a:custGeom>
              <a:avLst/>
              <a:gdLst/>
              <a:ahLst/>
              <a:cxnLst/>
              <a:rect r="r" b="b" t="t" l="l"/>
              <a:pathLst>
                <a:path h="712645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712645"/>
                  </a:lnTo>
                  <a:lnTo>
                    <a:pt x="0" y="71264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00791" cy="76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2단계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47019" y="3900469"/>
            <a:ext cx="4523384" cy="5343544"/>
            <a:chOff x="0" y="0"/>
            <a:chExt cx="700791" cy="8278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791" cy="827855"/>
            </a:xfrm>
            <a:custGeom>
              <a:avLst/>
              <a:gdLst/>
              <a:ahLst/>
              <a:cxnLst/>
              <a:rect r="r" b="b" t="t" l="l"/>
              <a:pathLst>
                <a:path h="827855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827855"/>
                  </a:lnTo>
                  <a:lnTo>
                    <a:pt x="0" y="82785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00791" cy="88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3단계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7597" y="1041568"/>
            <a:ext cx="8095492" cy="1764119"/>
            <a:chOff x="0" y="0"/>
            <a:chExt cx="10793989" cy="235215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42459"/>
              <a:ext cx="1079398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1061604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09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2091">
            <a:off x="1317590" y="9234488"/>
            <a:ext cx="15652809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602373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50166" y="1850753"/>
            <a:ext cx="1546686" cy="1546686"/>
            <a:chOff x="0" y="0"/>
            <a:chExt cx="2062248" cy="20622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502450" y="367264"/>
              <a:ext cx="1057348" cy="1327720"/>
            </a:xfrm>
            <a:custGeom>
              <a:avLst/>
              <a:gdLst/>
              <a:ahLst/>
              <a:cxnLst/>
              <a:rect r="r" b="b" t="t" l="l"/>
              <a:pathLst>
                <a:path h="1327720" w="1057348">
                  <a:moveTo>
                    <a:pt x="0" y="0"/>
                  </a:moveTo>
                  <a:lnTo>
                    <a:pt x="1057348" y="0"/>
                  </a:lnTo>
                  <a:lnTo>
                    <a:pt x="1057348" y="1327720"/>
                  </a:lnTo>
                  <a:lnTo>
                    <a:pt x="0" y="1327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0166" y="6889561"/>
            <a:ext cx="1546686" cy="1546686"/>
            <a:chOff x="0" y="0"/>
            <a:chExt cx="2062248" cy="20622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49711" y="526878"/>
              <a:ext cx="1362827" cy="1008492"/>
            </a:xfrm>
            <a:custGeom>
              <a:avLst/>
              <a:gdLst/>
              <a:ahLst/>
              <a:cxnLst/>
              <a:rect r="r" b="b" t="t" l="l"/>
              <a:pathLst>
                <a:path h="1008492" w="1362827">
                  <a:moveTo>
                    <a:pt x="0" y="0"/>
                  </a:moveTo>
                  <a:lnTo>
                    <a:pt x="1362826" y="0"/>
                  </a:lnTo>
                  <a:lnTo>
                    <a:pt x="1362826" y="1008492"/>
                  </a:lnTo>
                  <a:lnTo>
                    <a:pt x="0" y="1008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21393" y="1650215"/>
            <a:ext cx="6380431" cy="2821394"/>
            <a:chOff x="0" y="0"/>
            <a:chExt cx="8507241" cy="376185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42459"/>
              <a:ext cx="8507241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분석 및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결론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865467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50166" y="4370157"/>
            <a:ext cx="1546686" cy="1546686"/>
            <a:chOff x="0" y="0"/>
            <a:chExt cx="2062248" cy="20622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437523" y="439682"/>
              <a:ext cx="1187201" cy="1182884"/>
            </a:xfrm>
            <a:custGeom>
              <a:avLst/>
              <a:gdLst/>
              <a:ahLst/>
              <a:cxnLst/>
              <a:rect r="r" b="b" t="t" l="l"/>
              <a:pathLst>
                <a:path h="1182884" w="1187201">
                  <a:moveTo>
                    <a:pt x="0" y="0"/>
                  </a:moveTo>
                  <a:lnTo>
                    <a:pt x="1187201" y="0"/>
                  </a:lnTo>
                  <a:lnTo>
                    <a:pt x="1187201" y="1182884"/>
                  </a:lnTo>
                  <a:lnTo>
                    <a:pt x="0" y="1182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91294" y="2223411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1294" y="4742815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1294" y="7262219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2906841" y="3311853"/>
            <a:ext cx="12474317" cy="3663294"/>
            <a:chOff x="0" y="0"/>
            <a:chExt cx="16632423" cy="488439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" y="1138616"/>
              <a:ext cx="16632404" cy="184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감사합니다!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7767066" y="9525"/>
              <a:ext cx="109829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b="true" sz="2499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14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" y="4283682"/>
              <a:ext cx="16632413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질문이 있으신가요?</a:t>
              </a:r>
            </a:p>
          </p:txBody>
        </p:sp>
        <p:sp>
          <p:nvSpPr>
            <p:cNvPr name="AutoShape 7" id="7"/>
            <p:cNvSpPr/>
            <p:nvPr/>
          </p:nvSpPr>
          <p:spPr>
            <a:xfrm rot="2624">
              <a:off x="7" y="3650949"/>
              <a:ext cx="16632408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3847256"/>
          </a:xfrm>
          <a:prstGeom prst="rect">
            <a:avLst/>
          </a:prstGeom>
          <a:solidFill>
            <a:srgbClr val="F1F1F1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17597" y="4939827"/>
          <a:ext cx="15633756" cy="4318473"/>
        </p:xfrm>
        <a:graphic>
          <a:graphicData uri="http://schemas.openxmlformats.org/drawingml/2006/table">
            <a:tbl>
              <a:tblPr/>
              <a:tblGrid>
                <a:gridCol w="7816878"/>
                <a:gridCol w="7816878"/>
              </a:tblGrid>
              <a:tr h="1103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개요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지지자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</a:tr>
              <a:tr h="3215007"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연구를 인도해준 이론과 개념을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해당하는 경우 제안자 또는 사용된 이론 및 개념 배후의 인물을 언급하세요.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7597" y="1041568"/>
            <a:ext cx="6197936" cy="1764119"/>
            <a:chOff x="0" y="0"/>
            <a:chExt cx="8263915" cy="2352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42459"/>
              <a:ext cx="8263915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프레임워크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84071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3847256"/>
          </a:xfrm>
          <a:prstGeom prst="rect">
            <a:avLst/>
          </a:prstGeom>
          <a:solidFill>
            <a:srgbClr val="F1F1F1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17597" y="4939827"/>
          <a:ext cx="15633756" cy="4318473"/>
        </p:xfrm>
        <a:graphic>
          <a:graphicData uri="http://schemas.openxmlformats.org/drawingml/2006/table">
            <a:tbl>
              <a:tblPr/>
              <a:tblGrid>
                <a:gridCol w="7816878"/>
                <a:gridCol w="7816878"/>
              </a:tblGrid>
              <a:tr h="1103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개요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지지자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</a:tr>
              <a:tr h="3215007"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연구를 인도해준 이론과 개념을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해당하는 경우 제안자 또는 사용된 이론 및 개념 배후의 인물을 언급하세요.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7597" y="1041568"/>
            <a:ext cx="6197936" cy="1764119"/>
            <a:chOff x="0" y="0"/>
            <a:chExt cx="8263915" cy="2352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42459"/>
              <a:ext cx="8263915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프레임워크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84071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DAHXxGVhmEY</dc:identifier>
  <dcterms:modified xsi:type="dcterms:W3CDTF">2011-08-01T06:04:30Z</dcterms:modified>
  <cp:revision>1</cp:revision>
  <dc:title>흰색 주황색 회색 심플하고 미니멀한 컨퍼런스 연구 교육 프레젠테이션</dc:title>
</cp:coreProperties>
</file>